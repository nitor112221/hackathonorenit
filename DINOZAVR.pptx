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8" r:id="rId5"/>
    <p:sldId id="259" r:id="rId6"/>
    <p:sldId id="260" r:id="rId7"/>
    <p:sldId id="261" r:id="rId8"/>
    <p:sldId id="262" r:id="rId9"/>
  </p:sldIdLst>
  <p:sldSz cx="18288000" cy="10363200"/>
  <p:notesSz cx="18288000" cy="10363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17471"/>
            <a:ext cx="18289270" cy="977900"/>
          </a:xfrm>
          <a:custGeom>
            <a:avLst/>
            <a:gdLst/>
            <a:ahLst/>
            <a:cxnLst/>
            <a:rect l="l" t="t" r="r" b="b"/>
            <a:pathLst>
              <a:path w="18289270" h="977900">
                <a:moveTo>
                  <a:pt x="18288807" y="0"/>
                </a:moveTo>
                <a:lnTo>
                  <a:pt x="0" y="0"/>
                </a:lnTo>
                <a:lnTo>
                  <a:pt x="0" y="977430"/>
                </a:lnTo>
                <a:lnTo>
                  <a:pt x="18288807" y="977430"/>
                </a:lnTo>
                <a:lnTo>
                  <a:pt x="18288807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4" Type="http://schemas.openxmlformats.org/officeDocument/2006/relationships/slideLayout" Target="../slideLayouts/slideLayout5.xml"/><Relationship Id="rId23" Type="http://schemas.openxmlformats.org/officeDocument/2006/relationships/image" Target="../media/image5.png"/><Relationship Id="rId22" Type="http://schemas.openxmlformats.org/officeDocument/2006/relationships/image" Target="../media/image33.png"/><Relationship Id="rId21" Type="http://schemas.openxmlformats.org/officeDocument/2006/relationships/image" Target="../media/image32.png"/><Relationship Id="rId20" Type="http://schemas.openxmlformats.org/officeDocument/2006/relationships/image" Target="../media/image31.png"/><Relationship Id="rId2" Type="http://schemas.openxmlformats.org/officeDocument/2006/relationships/image" Target="../media/image13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1397000"/>
            <a:ext cx="18288000" cy="8890000"/>
            <a:chOff x="0" y="1397000"/>
            <a:chExt cx="18288000" cy="8890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1397000"/>
              <a:ext cx="18288000" cy="8890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7700" y="6908800"/>
              <a:ext cx="3009900" cy="3009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 descr="2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8288000" cy="10292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97997" y="1190804"/>
            <a:ext cx="5492021" cy="4539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13000" y="3822700"/>
            <a:ext cx="3811904" cy="1278890"/>
            <a:chOff x="2413000" y="3822700"/>
            <a:chExt cx="3811904" cy="1278890"/>
          </a:xfrm>
        </p:grpSpPr>
        <p:sp>
          <p:nvSpPr>
            <p:cNvPr id="4" name="object 4"/>
            <p:cNvSpPr/>
            <p:nvPr/>
          </p:nvSpPr>
          <p:spPr>
            <a:xfrm>
              <a:off x="2413000" y="3822700"/>
              <a:ext cx="3811904" cy="1278890"/>
            </a:xfrm>
            <a:custGeom>
              <a:avLst/>
              <a:gdLst/>
              <a:ahLst/>
              <a:cxnLst/>
              <a:rect l="l" t="t" r="r" b="b"/>
              <a:pathLst>
                <a:path w="3811904" h="1278889">
                  <a:moveTo>
                    <a:pt x="639275" y="0"/>
                  </a:moveTo>
                  <a:lnTo>
                    <a:pt x="591565" y="1753"/>
                  </a:lnTo>
                  <a:lnTo>
                    <a:pt x="544808" y="6931"/>
                  </a:lnTo>
                  <a:lnTo>
                    <a:pt x="499126" y="15410"/>
                  </a:lnTo>
                  <a:lnTo>
                    <a:pt x="454644" y="27066"/>
                  </a:lnTo>
                  <a:lnTo>
                    <a:pt x="411485" y="41776"/>
                  </a:lnTo>
                  <a:lnTo>
                    <a:pt x="369773" y="59415"/>
                  </a:lnTo>
                  <a:lnTo>
                    <a:pt x="329631" y="79862"/>
                  </a:lnTo>
                  <a:lnTo>
                    <a:pt x="291183" y="102991"/>
                  </a:lnTo>
                  <a:lnTo>
                    <a:pt x="254553" y="128679"/>
                  </a:lnTo>
                  <a:lnTo>
                    <a:pt x="219863" y="156803"/>
                  </a:lnTo>
                  <a:lnTo>
                    <a:pt x="187239" y="187239"/>
                  </a:lnTo>
                  <a:lnTo>
                    <a:pt x="156803" y="219863"/>
                  </a:lnTo>
                  <a:lnTo>
                    <a:pt x="128679" y="254553"/>
                  </a:lnTo>
                  <a:lnTo>
                    <a:pt x="102991" y="291183"/>
                  </a:lnTo>
                  <a:lnTo>
                    <a:pt x="79862" y="329631"/>
                  </a:lnTo>
                  <a:lnTo>
                    <a:pt x="59415" y="369773"/>
                  </a:lnTo>
                  <a:lnTo>
                    <a:pt x="41776" y="411485"/>
                  </a:lnTo>
                  <a:lnTo>
                    <a:pt x="27066" y="454644"/>
                  </a:lnTo>
                  <a:lnTo>
                    <a:pt x="15410" y="499126"/>
                  </a:lnTo>
                  <a:lnTo>
                    <a:pt x="6931" y="544808"/>
                  </a:lnTo>
                  <a:lnTo>
                    <a:pt x="1854" y="590656"/>
                  </a:lnTo>
                  <a:lnTo>
                    <a:pt x="1753" y="591565"/>
                  </a:lnTo>
                  <a:lnTo>
                    <a:pt x="0" y="639275"/>
                  </a:lnTo>
                  <a:lnTo>
                    <a:pt x="1753" y="686985"/>
                  </a:lnTo>
                  <a:lnTo>
                    <a:pt x="6931" y="733743"/>
                  </a:lnTo>
                  <a:lnTo>
                    <a:pt x="15410" y="779424"/>
                  </a:lnTo>
                  <a:lnTo>
                    <a:pt x="27066" y="823906"/>
                  </a:lnTo>
                  <a:lnTo>
                    <a:pt x="41776" y="867065"/>
                  </a:lnTo>
                  <a:lnTo>
                    <a:pt x="59415" y="908778"/>
                  </a:lnTo>
                  <a:lnTo>
                    <a:pt x="79862" y="948920"/>
                  </a:lnTo>
                  <a:lnTo>
                    <a:pt x="102991" y="987367"/>
                  </a:lnTo>
                  <a:lnTo>
                    <a:pt x="128679" y="1023998"/>
                  </a:lnTo>
                  <a:lnTo>
                    <a:pt x="156803" y="1058687"/>
                  </a:lnTo>
                  <a:lnTo>
                    <a:pt x="187239" y="1091311"/>
                  </a:lnTo>
                  <a:lnTo>
                    <a:pt x="219863" y="1121747"/>
                  </a:lnTo>
                  <a:lnTo>
                    <a:pt x="254553" y="1149871"/>
                  </a:lnTo>
                  <a:lnTo>
                    <a:pt x="291183" y="1175560"/>
                  </a:lnTo>
                  <a:lnTo>
                    <a:pt x="329631" y="1198689"/>
                  </a:lnTo>
                  <a:lnTo>
                    <a:pt x="369773" y="1219135"/>
                  </a:lnTo>
                  <a:lnTo>
                    <a:pt x="411485" y="1236775"/>
                  </a:lnTo>
                  <a:lnTo>
                    <a:pt x="454644" y="1251485"/>
                  </a:lnTo>
                  <a:lnTo>
                    <a:pt x="499126" y="1263141"/>
                  </a:lnTo>
                  <a:lnTo>
                    <a:pt x="544808" y="1271620"/>
                  </a:lnTo>
                  <a:lnTo>
                    <a:pt x="591565" y="1276797"/>
                  </a:lnTo>
                  <a:lnTo>
                    <a:pt x="639275" y="1278551"/>
                  </a:lnTo>
                  <a:lnTo>
                    <a:pt x="639275" y="1261400"/>
                  </a:lnTo>
                  <a:lnTo>
                    <a:pt x="590656" y="1259528"/>
                  </a:lnTo>
                  <a:lnTo>
                    <a:pt x="543061" y="1254005"/>
                  </a:lnTo>
                  <a:lnTo>
                    <a:pt x="496627" y="1244969"/>
                  </a:lnTo>
                  <a:lnTo>
                    <a:pt x="451494" y="1232559"/>
                  </a:lnTo>
                  <a:lnTo>
                    <a:pt x="407799" y="1216912"/>
                  </a:lnTo>
                  <a:lnTo>
                    <a:pt x="365680" y="1198167"/>
                  </a:lnTo>
                  <a:lnTo>
                    <a:pt x="325277" y="1176462"/>
                  </a:lnTo>
                  <a:lnTo>
                    <a:pt x="286726" y="1151936"/>
                  </a:lnTo>
                  <a:lnTo>
                    <a:pt x="250168" y="1124726"/>
                  </a:lnTo>
                  <a:lnTo>
                    <a:pt x="215739" y="1094972"/>
                  </a:lnTo>
                  <a:lnTo>
                    <a:pt x="183578" y="1062811"/>
                  </a:lnTo>
                  <a:lnTo>
                    <a:pt x="153824" y="1028383"/>
                  </a:lnTo>
                  <a:lnTo>
                    <a:pt x="126615" y="991824"/>
                  </a:lnTo>
                  <a:lnTo>
                    <a:pt x="102089" y="953274"/>
                  </a:lnTo>
                  <a:lnTo>
                    <a:pt x="80384" y="912870"/>
                  </a:lnTo>
                  <a:lnTo>
                    <a:pt x="61639" y="870751"/>
                  </a:lnTo>
                  <a:lnTo>
                    <a:pt x="45992" y="827056"/>
                  </a:lnTo>
                  <a:lnTo>
                    <a:pt x="33581" y="781923"/>
                  </a:lnTo>
                  <a:lnTo>
                    <a:pt x="24545" y="735489"/>
                  </a:lnTo>
                  <a:lnTo>
                    <a:pt x="19022" y="687894"/>
                  </a:lnTo>
                  <a:lnTo>
                    <a:pt x="17150" y="639275"/>
                  </a:lnTo>
                  <a:lnTo>
                    <a:pt x="18987" y="591565"/>
                  </a:lnTo>
                  <a:lnTo>
                    <a:pt x="24545" y="543061"/>
                  </a:lnTo>
                  <a:lnTo>
                    <a:pt x="33581" y="496628"/>
                  </a:lnTo>
                  <a:lnTo>
                    <a:pt x="45992" y="451494"/>
                  </a:lnTo>
                  <a:lnTo>
                    <a:pt x="61639" y="407799"/>
                  </a:lnTo>
                  <a:lnTo>
                    <a:pt x="80384" y="365680"/>
                  </a:lnTo>
                  <a:lnTo>
                    <a:pt x="102089" y="325277"/>
                  </a:lnTo>
                  <a:lnTo>
                    <a:pt x="126615" y="286727"/>
                  </a:lnTo>
                  <a:lnTo>
                    <a:pt x="153824" y="250168"/>
                  </a:lnTo>
                  <a:lnTo>
                    <a:pt x="183578" y="215739"/>
                  </a:lnTo>
                  <a:lnTo>
                    <a:pt x="215739" y="183578"/>
                  </a:lnTo>
                  <a:lnTo>
                    <a:pt x="250168" y="153824"/>
                  </a:lnTo>
                  <a:lnTo>
                    <a:pt x="286727" y="126615"/>
                  </a:lnTo>
                  <a:lnTo>
                    <a:pt x="325277" y="102089"/>
                  </a:lnTo>
                  <a:lnTo>
                    <a:pt x="365680" y="80384"/>
                  </a:lnTo>
                  <a:lnTo>
                    <a:pt x="407799" y="61639"/>
                  </a:lnTo>
                  <a:lnTo>
                    <a:pt x="451494" y="45992"/>
                  </a:lnTo>
                  <a:lnTo>
                    <a:pt x="496628" y="33581"/>
                  </a:lnTo>
                  <a:lnTo>
                    <a:pt x="543061" y="24545"/>
                  </a:lnTo>
                  <a:lnTo>
                    <a:pt x="590657" y="19022"/>
                  </a:lnTo>
                  <a:lnTo>
                    <a:pt x="639275" y="17150"/>
                  </a:lnTo>
                  <a:lnTo>
                    <a:pt x="639275" y="0"/>
                  </a:lnTo>
                  <a:close/>
                </a:path>
                <a:path w="3811904" h="1278889">
                  <a:moveTo>
                    <a:pt x="3172248" y="1261400"/>
                  </a:moveTo>
                  <a:lnTo>
                    <a:pt x="639275" y="1261400"/>
                  </a:lnTo>
                  <a:lnTo>
                    <a:pt x="639275" y="1278551"/>
                  </a:lnTo>
                  <a:lnTo>
                    <a:pt x="3172248" y="1278551"/>
                  </a:lnTo>
                  <a:lnTo>
                    <a:pt x="3172248" y="1261400"/>
                  </a:lnTo>
                  <a:close/>
                </a:path>
                <a:path w="3811904" h="1278889">
                  <a:moveTo>
                    <a:pt x="3172248" y="0"/>
                  </a:moveTo>
                  <a:lnTo>
                    <a:pt x="3172248" y="17150"/>
                  </a:lnTo>
                  <a:lnTo>
                    <a:pt x="3220867" y="19022"/>
                  </a:lnTo>
                  <a:lnTo>
                    <a:pt x="3268462" y="24545"/>
                  </a:lnTo>
                  <a:lnTo>
                    <a:pt x="3314895" y="33581"/>
                  </a:lnTo>
                  <a:lnTo>
                    <a:pt x="3360029" y="45992"/>
                  </a:lnTo>
                  <a:lnTo>
                    <a:pt x="3403724" y="61639"/>
                  </a:lnTo>
                  <a:lnTo>
                    <a:pt x="3445843" y="80384"/>
                  </a:lnTo>
                  <a:lnTo>
                    <a:pt x="3486246" y="102089"/>
                  </a:lnTo>
                  <a:lnTo>
                    <a:pt x="3524796" y="126615"/>
                  </a:lnTo>
                  <a:lnTo>
                    <a:pt x="3561355" y="153824"/>
                  </a:lnTo>
                  <a:lnTo>
                    <a:pt x="3595784" y="183578"/>
                  </a:lnTo>
                  <a:lnTo>
                    <a:pt x="3627945" y="215739"/>
                  </a:lnTo>
                  <a:lnTo>
                    <a:pt x="3657699" y="250168"/>
                  </a:lnTo>
                  <a:lnTo>
                    <a:pt x="3684908" y="286727"/>
                  </a:lnTo>
                  <a:lnTo>
                    <a:pt x="3709434" y="325277"/>
                  </a:lnTo>
                  <a:lnTo>
                    <a:pt x="3731139" y="365680"/>
                  </a:lnTo>
                  <a:lnTo>
                    <a:pt x="3749884" y="407799"/>
                  </a:lnTo>
                  <a:lnTo>
                    <a:pt x="3765531" y="451494"/>
                  </a:lnTo>
                  <a:lnTo>
                    <a:pt x="3777942" y="496628"/>
                  </a:lnTo>
                  <a:lnTo>
                    <a:pt x="3786978" y="543061"/>
                  </a:lnTo>
                  <a:lnTo>
                    <a:pt x="3792501" y="590656"/>
                  </a:lnTo>
                  <a:lnTo>
                    <a:pt x="3794373" y="639275"/>
                  </a:lnTo>
                  <a:lnTo>
                    <a:pt x="3792536" y="686985"/>
                  </a:lnTo>
                  <a:lnTo>
                    <a:pt x="3792501" y="687894"/>
                  </a:lnTo>
                  <a:lnTo>
                    <a:pt x="3786978" y="735489"/>
                  </a:lnTo>
                  <a:lnTo>
                    <a:pt x="3777942" y="781923"/>
                  </a:lnTo>
                  <a:lnTo>
                    <a:pt x="3765531" y="827056"/>
                  </a:lnTo>
                  <a:lnTo>
                    <a:pt x="3749884" y="870751"/>
                  </a:lnTo>
                  <a:lnTo>
                    <a:pt x="3731139" y="912870"/>
                  </a:lnTo>
                  <a:lnTo>
                    <a:pt x="3709434" y="953274"/>
                  </a:lnTo>
                  <a:lnTo>
                    <a:pt x="3684908" y="991824"/>
                  </a:lnTo>
                  <a:lnTo>
                    <a:pt x="3657699" y="1028383"/>
                  </a:lnTo>
                  <a:lnTo>
                    <a:pt x="3627944" y="1062811"/>
                  </a:lnTo>
                  <a:lnTo>
                    <a:pt x="3595784" y="1094972"/>
                  </a:lnTo>
                  <a:lnTo>
                    <a:pt x="3561355" y="1124726"/>
                  </a:lnTo>
                  <a:lnTo>
                    <a:pt x="3524796" y="1151936"/>
                  </a:lnTo>
                  <a:lnTo>
                    <a:pt x="3486246" y="1176462"/>
                  </a:lnTo>
                  <a:lnTo>
                    <a:pt x="3445842" y="1198167"/>
                  </a:lnTo>
                  <a:lnTo>
                    <a:pt x="3403724" y="1216912"/>
                  </a:lnTo>
                  <a:lnTo>
                    <a:pt x="3360029" y="1232559"/>
                  </a:lnTo>
                  <a:lnTo>
                    <a:pt x="3314895" y="1244969"/>
                  </a:lnTo>
                  <a:lnTo>
                    <a:pt x="3268462" y="1254005"/>
                  </a:lnTo>
                  <a:lnTo>
                    <a:pt x="3220866" y="1259528"/>
                  </a:lnTo>
                  <a:lnTo>
                    <a:pt x="3172248" y="1261400"/>
                  </a:lnTo>
                  <a:lnTo>
                    <a:pt x="3172248" y="1278551"/>
                  </a:lnTo>
                  <a:lnTo>
                    <a:pt x="3219958" y="1276797"/>
                  </a:lnTo>
                  <a:lnTo>
                    <a:pt x="3266715" y="1271620"/>
                  </a:lnTo>
                  <a:lnTo>
                    <a:pt x="3312397" y="1263141"/>
                  </a:lnTo>
                  <a:lnTo>
                    <a:pt x="3356879" y="1251485"/>
                  </a:lnTo>
                  <a:lnTo>
                    <a:pt x="3400038" y="1236775"/>
                  </a:lnTo>
                  <a:lnTo>
                    <a:pt x="3441750" y="1219135"/>
                  </a:lnTo>
                  <a:lnTo>
                    <a:pt x="3481892" y="1198689"/>
                  </a:lnTo>
                  <a:lnTo>
                    <a:pt x="3520340" y="1175560"/>
                  </a:lnTo>
                  <a:lnTo>
                    <a:pt x="3556970" y="1149871"/>
                  </a:lnTo>
                  <a:lnTo>
                    <a:pt x="3591660" y="1121747"/>
                  </a:lnTo>
                  <a:lnTo>
                    <a:pt x="3624284" y="1091311"/>
                  </a:lnTo>
                  <a:lnTo>
                    <a:pt x="3654720" y="1058687"/>
                  </a:lnTo>
                  <a:lnTo>
                    <a:pt x="3682844" y="1023998"/>
                  </a:lnTo>
                  <a:lnTo>
                    <a:pt x="3708532" y="987367"/>
                  </a:lnTo>
                  <a:lnTo>
                    <a:pt x="3731661" y="948920"/>
                  </a:lnTo>
                  <a:lnTo>
                    <a:pt x="3752108" y="908778"/>
                  </a:lnTo>
                  <a:lnTo>
                    <a:pt x="3769747" y="867065"/>
                  </a:lnTo>
                  <a:lnTo>
                    <a:pt x="3784457" y="823906"/>
                  </a:lnTo>
                  <a:lnTo>
                    <a:pt x="3796113" y="779424"/>
                  </a:lnTo>
                  <a:lnTo>
                    <a:pt x="3804592" y="733743"/>
                  </a:lnTo>
                  <a:lnTo>
                    <a:pt x="3809669" y="687894"/>
                  </a:lnTo>
                  <a:lnTo>
                    <a:pt x="3809770" y="686985"/>
                  </a:lnTo>
                  <a:lnTo>
                    <a:pt x="3811523" y="639275"/>
                  </a:lnTo>
                  <a:lnTo>
                    <a:pt x="3809770" y="591565"/>
                  </a:lnTo>
                  <a:lnTo>
                    <a:pt x="3804592" y="544808"/>
                  </a:lnTo>
                  <a:lnTo>
                    <a:pt x="3796113" y="499126"/>
                  </a:lnTo>
                  <a:lnTo>
                    <a:pt x="3784457" y="454644"/>
                  </a:lnTo>
                  <a:lnTo>
                    <a:pt x="3769747" y="411485"/>
                  </a:lnTo>
                  <a:lnTo>
                    <a:pt x="3752108" y="369773"/>
                  </a:lnTo>
                  <a:lnTo>
                    <a:pt x="3731661" y="329631"/>
                  </a:lnTo>
                  <a:lnTo>
                    <a:pt x="3708532" y="291183"/>
                  </a:lnTo>
                  <a:lnTo>
                    <a:pt x="3682844" y="254553"/>
                  </a:lnTo>
                  <a:lnTo>
                    <a:pt x="3654720" y="219863"/>
                  </a:lnTo>
                  <a:lnTo>
                    <a:pt x="3624284" y="187239"/>
                  </a:lnTo>
                  <a:lnTo>
                    <a:pt x="3591660" y="156803"/>
                  </a:lnTo>
                  <a:lnTo>
                    <a:pt x="3556970" y="128679"/>
                  </a:lnTo>
                  <a:lnTo>
                    <a:pt x="3520340" y="102991"/>
                  </a:lnTo>
                  <a:lnTo>
                    <a:pt x="3481892" y="79862"/>
                  </a:lnTo>
                  <a:lnTo>
                    <a:pt x="3441750" y="59415"/>
                  </a:lnTo>
                  <a:lnTo>
                    <a:pt x="3400038" y="41776"/>
                  </a:lnTo>
                  <a:lnTo>
                    <a:pt x="3356879" y="27066"/>
                  </a:lnTo>
                  <a:lnTo>
                    <a:pt x="3312397" y="15410"/>
                  </a:lnTo>
                  <a:lnTo>
                    <a:pt x="3266715" y="6931"/>
                  </a:lnTo>
                  <a:lnTo>
                    <a:pt x="3219958" y="1753"/>
                  </a:lnTo>
                  <a:lnTo>
                    <a:pt x="3172248" y="0"/>
                  </a:lnTo>
                  <a:close/>
                </a:path>
                <a:path w="3811904" h="1278889">
                  <a:moveTo>
                    <a:pt x="3172248" y="0"/>
                  </a:moveTo>
                  <a:lnTo>
                    <a:pt x="639275" y="0"/>
                  </a:lnTo>
                  <a:lnTo>
                    <a:pt x="639275" y="17150"/>
                  </a:lnTo>
                  <a:lnTo>
                    <a:pt x="3172248" y="17150"/>
                  </a:lnTo>
                  <a:lnTo>
                    <a:pt x="3172248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88698" y="4357764"/>
              <a:ext cx="870585" cy="265430"/>
            </a:xfrm>
            <a:custGeom>
              <a:avLst/>
              <a:gdLst/>
              <a:ahLst/>
              <a:cxnLst/>
              <a:rect l="l" t="t" r="r" b="b"/>
              <a:pathLst>
                <a:path w="870585" h="265429">
                  <a:moveTo>
                    <a:pt x="64315" y="6236"/>
                  </a:moveTo>
                  <a:lnTo>
                    <a:pt x="0" y="6236"/>
                  </a:lnTo>
                  <a:lnTo>
                    <a:pt x="0" y="205810"/>
                  </a:lnTo>
                  <a:lnTo>
                    <a:pt x="61587" y="205810"/>
                  </a:lnTo>
                  <a:lnTo>
                    <a:pt x="76216" y="205061"/>
                  </a:lnTo>
                  <a:lnTo>
                    <a:pt x="113234" y="193824"/>
                  </a:lnTo>
                  <a:lnTo>
                    <a:pt x="126245" y="184372"/>
                  </a:lnTo>
                  <a:lnTo>
                    <a:pt x="24167" y="184372"/>
                  </a:lnTo>
                  <a:lnTo>
                    <a:pt x="24167" y="27675"/>
                  </a:lnTo>
                  <a:lnTo>
                    <a:pt x="126822" y="27675"/>
                  </a:lnTo>
                  <a:lnTo>
                    <a:pt x="123741" y="24818"/>
                  </a:lnTo>
                  <a:lnTo>
                    <a:pt x="114014" y="18222"/>
                  </a:lnTo>
                  <a:lnTo>
                    <a:pt x="103161" y="12978"/>
                  </a:lnTo>
                  <a:lnTo>
                    <a:pt x="91260" y="9233"/>
                  </a:lnTo>
                  <a:lnTo>
                    <a:pt x="78311" y="6985"/>
                  </a:lnTo>
                  <a:lnTo>
                    <a:pt x="64315" y="6236"/>
                  </a:lnTo>
                  <a:close/>
                </a:path>
                <a:path w="870585" h="265429">
                  <a:moveTo>
                    <a:pt x="126822" y="27675"/>
                  </a:moveTo>
                  <a:lnTo>
                    <a:pt x="62756" y="27675"/>
                  </a:lnTo>
                  <a:lnTo>
                    <a:pt x="73969" y="28266"/>
                  </a:lnTo>
                  <a:lnTo>
                    <a:pt x="84219" y="30038"/>
                  </a:lnTo>
                  <a:lnTo>
                    <a:pt x="120982" y="55764"/>
                  </a:lnTo>
                  <a:lnTo>
                    <a:pt x="132815" y="93970"/>
                  </a:lnTo>
                  <a:lnTo>
                    <a:pt x="133309" y="105633"/>
                  </a:lnTo>
                  <a:lnTo>
                    <a:pt x="132809" y="117394"/>
                  </a:lnTo>
                  <a:lnTo>
                    <a:pt x="120805" y="155947"/>
                  </a:lnTo>
                  <a:lnTo>
                    <a:pt x="82660" y="181984"/>
                  </a:lnTo>
                  <a:lnTo>
                    <a:pt x="60028" y="184372"/>
                  </a:lnTo>
                  <a:lnTo>
                    <a:pt x="126245" y="184372"/>
                  </a:lnTo>
                  <a:lnTo>
                    <a:pt x="150405" y="147634"/>
                  </a:lnTo>
                  <a:lnTo>
                    <a:pt x="156696" y="105633"/>
                  </a:lnTo>
                  <a:lnTo>
                    <a:pt x="156008" y="90687"/>
                  </a:lnTo>
                  <a:lnTo>
                    <a:pt x="145685" y="52427"/>
                  </a:lnTo>
                  <a:lnTo>
                    <a:pt x="132261" y="32718"/>
                  </a:lnTo>
                  <a:lnTo>
                    <a:pt x="126822" y="27675"/>
                  </a:lnTo>
                  <a:close/>
                </a:path>
                <a:path w="870585" h="265429">
                  <a:moveTo>
                    <a:pt x="217114" y="56130"/>
                  </a:moveTo>
                  <a:lnTo>
                    <a:pt x="194116" y="56130"/>
                  </a:lnTo>
                  <a:lnTo>
                    <a:pt x="194116" y="224325"/>
                  </a:lnTo>
                  <a:lnTo>
                    <a:pt x="192492" y="230172"/>
                  </a:lnTo>
                  <a:lnTo>
                    <a:pt x="189244" y="234265"/>
                  </a:lnTo>
                  <a:lnTo>
                    <a:pt x="185996" y="238423"/>
                  </a:lnTo>
                  <a:lnTo>
                    <a:pt x="180863" y="240502"/>
                  </a:lnTo>
                  <a:lnTo>
                    <a:pt x="169559" y="240502"/>
                  </a:lnTo>
                  <a:lnTo>
                    <a:pt x="169559" y="261940"/>
                  </a:lnTo>
                  <a:lnTo>
                    <a:pt x="183852" y="261940"/>
                  </a:lnTo>
                  <a:lnTo>
                    <a:pt x="191810" y="260089"/>
                  </a:lnTo>
                  <a:lnTo>
                    <a:pt x="204478" y="252683"/>
                  </a:lnTo>
                  <a:lnTo>
                    <a:pt x="209221" y="247453"/>
                  </a:lnTo>
                  <a:lnTo>
                    <a:pt x="212339" y="240697"/>
                  </a:lnTo>
                  <a:lnTo>
                    <a:pt x="215523" y="233940"/>
                  </a:lnTo>
                  <a:lnTo>
                    <a:pt x="217114" y="225950"/>
                  </a:lnTo>
                  <a:lnTo>
                    <a:pt x="217114" y="56130"/>
                  </a:lnTo>
                  <a:close/>
                </a:path>
                <a:path w="870585" h="265429">
                  <a:moveTo>
                    <a:pt x="209903" y="0"/>
                  </a:moveTo>
                  <a:lnTo>
                    <a:pt x="200938" y="0"/>
                  </a:lnTo>
                  <a:lnTo>
                    <a:pt x="197072" y="1526"/>
                  </a:lnTo>
                  <a:lnTo>
                    <a:pt x="193824" y="4580"/>
                  </a:lnTo>
                  <a:lnTo>
                    <a:pt x="190641" y="7633"/>
                  </a:lnTo>
                  <a:lnTo>
                    <a:pt x="189049" y="11304"/>
                  </a:lnTo>
                  <a:lnTo>
                    <a:pt x="189049" y="19879"/>
                  </a:lnTo>
                  <a:lnTo>
                    <a:pt x="190641" y="23549"/>
                  </a:lnTo>
                  <a:lnTo>
                    <a:pt x="193824" y="26603"/>
                  </a:lnTo>
                  <a:lnTo>
                    <a:pt x="197072" y="29656"/>
                  </a:lnTo>
                  <a:lnTo>
                    <a:pt x="200938" y="31183"/>
                  </a:lnTo>
                  <a:lnTo>
                    <a:pt x="209903" y="31183"/>
                  </a:lnTo>
                  <a:lnTo>
                    <a:pt x="213736" y="29656"/>
                  </a:lnTo>
                  <a:lnTo>
                    <a:pt x="216919" y="26603"/>
                  </a:lnTo>
                  <a:lnTo>
                    <a:pt x="220168" y="23549"/>
                  </a:lnTo>
                  <a:lnTo>
                    <a:pt x="221792" y="19879"/>
                  </a:lnTo>
                  <a:lnTo>
                    <a:pt x="221792" y="11304"/>
                  </a:lnTo>
                  <a:lnTo>
                    <a:pt x="220168" y="7633"/>
                  </a:lnTo>
                  <a:lnTo>
                    <a:pt x="216919" y="4580"/>
                  </a:lnTo>
                  <a:lnTo>
                    <a:pt x="213736" y="1526"/>
                  </a:lnTo>
                  <a:lnTo>
                    <a:pt x="209903" y="0"/>
                  </a:lnTo>
                  <a:close/>
                </a:path>
                <a:path w="870585" h="265429">
                  <a:moveTo>
                    <a:pt x="363679" y="74450"/>
                  </a:moveTo>
                  <a:lnTo>
                    <a:pt x="327905" y="74450"/>
                  </a:lnTo>
                  <a:lnTo>
                    <a:pt x="335814" y="77130"/>
                  </a:lnTo>
                  <a:lnTo>
                    <a:pt x="340995" y="82441"/>
                  </a:lnTo>
                  <a:lnTo>
                    <a:pt x="346258" y="87768"/>
                  </a:lnTo>
                  <a:lnTo>
                    <a:pt x="348889" y="95239"/>
                  </a:lnTo>
                  <a:lnTo>
                    <a:pt x="348889" y="109336"/>
                  </a:lnTo>
                  <a:lnTo>
                    <a:pt x="347557" y="111935"/>
                  </a:lnTo>
                  <a:lnTo>
                    <a:pt x="344893" y="113429"/>
                  </a:lnTo>
                  <a:lnTo>
                    <a:pt x="342295" y="114923"/>
                  </a:lnTo>
                  <a:lnTo>
                    <a:pt x="338137" y="115995"/>
                  </a:lnTo>
                  <a:lnTo>
                    <a:pt x="332420" y="116645"/>
                  </a:lnTo>
                  <a:lnTo>
                    <a:pt x="326768" y="117230"/>
                  </a:lnTo>
                  <a:lnTo>
                    <a:pt x="319394" y="118107"/>
                  </a:lnTo>
                  <a:lnTo>
                    <a:pt x="276485" y="126747"/>
                  </a:lnTo>
                  <a:lnTo>
                    <a:pt x="257287" y="142469"/>
                  </a:lnTo>
                  <a:lnTo>
                    <a:pt x="253909" y="147796"/>
                  </a:lnTo>
                  <a:lnTo>
                    <a:pt x="252220" y="154747"/>
                  </a:lnTo>
                  <a:lnTo>
                    <a:pt x="252249" y="163810"/>
                  </a:lnTo>
                  <a:lnTo>
                    <a:pt x="252592" y="169462"/>
                  </a:lnTo>
                  <a:lnTo>
                    <a:pt x="252646" y="170363"/>
                  </a:lnTo>
                  <a:lnTo>
                    <a:pt x="253925" y="176868"/>
                  </a:lnTo>
                  <a:lnTo>
                    <a:pt x="255979" y="182618"/>
                  </a:lnTo>
                  <a:lnTo>
                    <a:pt x="256057" y="182837"/>
                  </a:lnTo>
                  <a:lnTo>
                    <a:pt x="289981" y="208019"/>
                  </a:lnTo>
                  <a:lnTo>
                    <a:pt x="303283" y="209318"/>
                  </a:lnTo>
                  <a:lnTo>
                    <a:pt x="311988" y="209318"/>
                  </a:lnTo>
                  <a:lnTo>
                    <a:pt x="346160" y="188789"/>
                  </a:lnTo>
                  <a:lnTo>
                    <a:pt x="346222" y="188659"/>
                  </a:lnTo>
                  <a:lnTo>
                    <a:pt x="297631" y="188659"/>
                  </a:lnTo>
                  <a:lnTo>
                    <a:pt x="290062" y="186645"/>
                  </a:lnTo>
                  <a:lnTo>
                    <a:pt x="284086" y="182618"/>
                  </a:lnTo>
                  <a:lnTo>
                    <a:pt x="278174" y="178525"/>
                  </a:lnTo>
                  <a:lnTo>
                    <a:pt x="275218" y="172483"/>
                  </a:lnTo>
                  <a:lnTo>
                    <a:pt x="275218" y="158645"/>
                  </a:lnTo>
                  <a:lnTo>
                    <a:pt x="311598" y="138831"/>
                  </a:lnTo>
                  <a:lnTo>
                    <a:pt x="318777" y="137986"/>
                  </a:lnTo>
                  <a:lnTo>
                    <a:pt x="322805" y="137467"/>
                  </a:lnTo>
                  <a:lnTo>
                    <a:pt x="348889" y="130580"/>
                  </a:lnTo>
                  <a:lnTo>
                    <a:pt x="371886" y="130580"/>
                  </a:lnTo>
                  <a:lnTo>
                    <a:pt x="371886" y="107193"/>
                  </a:lnTo>
                  <a:lnTo>
                    <a:pt x="371521" y="98727"/>
                  </a:lnTo>
                  <a:lnTo>
                    <a:pt x="370488" y="91601"/>
                  </a:lnTo>
                  <a:lnTo>
                    <a:pt x="370425" y="91162"/>
                  </a:lnTo>
                  <a:lnTo>
                    <a:pt x="368598" y="84499"/>
                  </a:lnTo>
                  <a:lnTo>
                    <a:pt x="366039" y="78738"/>
                  </a:lnTo>
                  <a:lnTo>
                    <a:pt x="363679" y="74450"/>
                  </a:lnTo>
                  <a:close/>
                </a:path>
                <a:path w="870585" h="265429">
                  <a:moveTo>
                    <a:pt x="371886" y="185541"/>
                  </a:moveTo>
                  <a:lnTo>
                    <a:pt x="348889" y="185541"/>
                  </a:lnTo>
                  <a:lnTo>
                    <a:pt x="348889" y="205810"/>
                  </a:lnTo>
                  <a:lnTo>
                    <a:pt x="371886" y="205810"/>
                  </a:lnTo>
                  <a:lnTo>
                    <a:pt x="371886" y="185541"/>
                  </a:lnTo>
                  <a:close/>
                </a:path>
                <a:path w="870585" h="265429">
                  <a:moveTo>
                    <a:pt x="371886" y="130580"/>
                  </a:moveTo>
                  <a:lnTo>
                    <a:pt x="348889" y="130580"/>
                  </a:lnTo>
                  <a:lnTo>
                    <a:pt x="348889" y="157866"/>
                  </a:lnTo>
                  <a:lnTo>
                    <a:pt x="347264" y="163810"/>
                  </a:lnTo>
                  <a:lnTo>
                    <a:pt x="344016" y="169462"/>
                  </a:lnTo>
                  <a:lnTo>
                    <a:pt x="340833" y="175114"/>
                  </a:lnTo>
                  <a:lnTo>
                    <a:pt x="336090" y="179727"/>
                  </a:lnTo>
                  <a:lnTo>
                    <a:pt x="323552" y="186873"/>
                  </a:lnTo>
                  <a:lnTo>
                    <a:pt x="315886" y="188659"/>
                  </a:lnTo>
                  <a:lnTo>
                    <a:pt x="346222" y="188659"/>
                  </a:lnTo>
                  <a:lnTo>
                    <a:pt x="347719" y="185541"/>
                  </a:lnTo>
                  <a:lnTo>
                    <a:pt x="371886" y="185541"/>
                  </a:lnTo>
                  <a:lnTo>
                    <a:pt x="371886" y="130580"/>
                  </a:lnTo>
                  <a:close/>
                </a:path>
                <a:path w="870585" h="265429">
                  <a:moveTo>
                    <a:pt x="321343" y="54181"/>
                  </a:moveTo>
                  <a:lnTo>
                    <a:pt x="309000" y="54181"/>
                  </a:lnTo>
                  <a:lnTo>
                    <a:pt x="301334" y="55220"/>
                  </a:lnTo>
                  <a:lnTo>
                    <a:pt x="263329" y="77130"/>
                  </a:lnTo>
                  <a:lnTo>
                    <a:pt x="256508" y="89262"/>
                  </a:lnTo>
                  <a:lnTo>
                    <a:pt x="278336" y="97058"/>
                  </a:lnTo>
                  <a:lnTo>
                    <a:pt x="280870" y="91601"/>
                  </a:lnTo>
                  <a:lnTo>
                    <a:pt x="285255" y="86469"/>
                  </a:lnTo>
                  <a:lnTo>
                    <a:pt x="317315" y="74450"/>
                  </a:lnTo>
                  <a:lnTo>
                    <a:pt x="363679" y="74450"/>
                  </a:lnTo>
                  <a:lnTo>
                    <a:pt x="362142" y="71656"/>
                  </a:lnTo>
                  <a:lnTo>
                    <a:pt x="357237" y="66362"/>
                  </a:lnTo>
                  <a:lnTo>
                    <a:pt x="345478" y="59345"/>
                  </a:lnTo>
                  <a:lnTo>
                    <a:pt x="339404" y="57039"/>
                  </a:lnTo>
                  <a:lnTo>
                    <a:pt x="333102" y="55935"/>
                  </a:lnTo>
                  <a:lnTo>
                    <a:pt x="326865" y="54765"/>
                  </a:lnTo>
                  <a:lnTo>
                    <a:pt x="321343" y="54181"/>
                  </a:lnTo>
                  <a:close/>
                </a:path>
                <a:path w="870585" h="265429">
                  <a:moveTo>
                    <a:pt x="436080" y="56130"/>
                  </a:moveTo>
                  <a:lnTo>
                    <a:pt x="413862" y="56130"/>
                  </a:lnTo>
                  <a:lnTo>
                    <a:pt x="413862" y="205810"/>
                  </a:lnTo>
                  <a:lnTo>
                    <a:pt x="436860" y="205810"/>
                  </a:lnTo>
                  <a:lnTo>
                    <a:pt x="436860" y="107063"/>
                  </a:lnTo>
                  <a:lnTo>
                    <a:pt x="438517" y="99657"/>
                  </a:lnTo>
                  <a:lnTo>
                    <a:pt x="445143" y="87443"/>
                  </a:lnTo>
                  <a:lnTo>
                    <a:pt x="449658" y="82798"/>
                  </a:lnTo>
                  <a:lnTo>
                    <a:pt x="455375" y="79615"/>
                  </a:lnTo>
                  <a:lnTo>
                    <a:pt x="436080" y="79615"/>
                  </a:lnTo>
                  <a:lnTo>
                    <a:pt x="436080" y="56130"/>
                  </a:lnTo>
                  <a:close/>
                </a:path>
                <a:path w="870585" h="265429">
                  <a:moveTo>
                    <a:pt x="523486" y="74840"/>
                  </a:moveTo>
                  <a:lnTo>
                    <a:pt x="475060" y="74840"/>
                  </a:lnTo>
                  <a:lnTo>
                    <a:pt x="482624" y="75461"/>
                  </a:lnTo>
                  <a:lnTo>
                    <a:pt x="489336" y="77325"/>
                  </a:lnTo>
                  <a:lnTo>
                    <a:pt x="509254" y="110701"/>
                  </a:lnTo>
                  <a:lnTo>
                    <a:pt x="509362" y="205810"/>
                  </a:lnTo>
                  <a:lnTo>
                    <a:pt x="532359" y="205810"/>
                  </a:lnTo>
                  <a:lnTo>
                    <a:pt x="532359" y="110701"/>
                  </a:lnTo>
                  <a:lnTo>
                    <a:pt x="532066" y="103928"/>
                  </a:lnTo>
                  <a:lnTo>
                    <a:pt x="531963" y="101565"/>
                  </a:lnTo>
                  <a:lnTo>
                    <a:pt x="530776" y="93257"/>
                  </a:lnTo>
                  <a:lnTo>
                    <a:pt x="528796" y="85778"/>
                  </a:lnTo>
                  <a:lnTo>
                    <a:pt x="526025" y="79127"/>
                  </a:lnTo>
                  <a:lnTo>
                    <a:pt x="523486" y="74840"/>
                  </a:lnTo>
                  <a:close/>
                </a:path>
                <a:path w="870585" h="265429">
                  <a:moveTo>
                    <a:pt x="481686" y="54181"/>
                  </a:moveTo>
                  <a:lnTo>
                    <a:pt x="441538" y="71916"/>
                  </a:lnTo>
                  <a:lnTo>
                    <a:pt x="437984" y="79615"/>
                  </a:lnTo>
                  <a:lnTo>
                    <a:pt x="455375" y="79615"/>
                  </a:lnTo>
                  <a:lnTo>
                    <a:pt x="461157" y="76431"/>
                  </a:lnTo>
                  <a:lnTo>
                    <a:pt x="467719" y="74840"/>
                  </a:lnTo>
                  <a:lnTo>
                    <a:pt x="523486" y="74840"/>
                  </a:lnTo>
                  <a:lnTo>
                    <a:pt x="522541" y="73244"/>
                  </a:lnTo>
                  <a:lnTo>
                    <a:pt x="489337" y="54619"/>
                  </a:lnTo>
                  <a:lnTo>
                    <a:pt x="489970" y="54619"/>
                  </a:lnTo>
                  <a:lnTo>
                    <a:pt x="481686" y="54181"/>
                  </a:lnTo>
                  <a:close/>
                </a:path>
                <a:path w="870585" h="265429">
                  <a:moveTo>
                    <a:pt x="591925" y="222182"/>
                  </a:moveTo>
                  <a:lnTo>
                    <a:pt x="573512" y="235110"/>
                  </a:lnTo>
                  <a:lnTo>
                    <a:pt x="573643" y="235110"/>
                  </a:lnTo>
                  <a:lnTo>
                    <a:pt x="576723" y="240242"/>
                  </a:lnTo>
                  <a:lnTo>
                    <a:pt x="612437" y="262647"/>
                  </a:lnTo>
                  <a:lnTo>
                    <a:pt x="634802" y="265059"/>
                  </a:lnTo>
                  <a:lnTo>
                    <a:pt x="641333" y="264791"/>
                  </a:lnTo>
                  <a:lnTo>
                    <a:pt x="642853" y="264791"/>
                  </a:lnTo>
                  <a:lnTo>
                    <a:pt x="680554" y="252025"/>
                  </a:lnTo>
                  <a:lnTo>
                    <a:pt x="687988" y="244790"/>
                  </a:lnTo>
                  <a:lnTo>
                    <a:pt x="625772" y="244790"/>
                  </a:lnTo>
                  <a:lnTo>
                    <a:pt x="618463" y="243458"/>
                  </a:lnTo>
                  <a:lnTo>
                    <a:pt x="607354" y="238196"/>
                  </a:lnTo>
                  <a:lnTo>
                    <a:pt x="603001" y="235110"/>
                  </a:lnTo>
                  <a:lnTo>
                    <a:pt x="599818" y="231537"/>
                  </a:lnTo>
                  <a:lnTo>
                    <a:pt x="596635" y="228028"/>
                  </a:lnTo>
                  <a:lnTo>
                    <a:pt x="594003" y="224910"/>
                  </a:lnTo>
                  <a:lnTo>
                    <a:pt x="591925" y="222182"/>
                  </a:lnTo>
                  <a:close/>
                </a:path>
                <a:path w="870585" h="265429">
                  <a:moveTo>
                    <a:pt x="699507" y="178135"/>
                  </a:moveTo>
                  <a:lnTo>
                    <a:pt x="676510" y="178135"/>
                  </a:lnTo>
                  <a:lnTo>
                    <a:pt x="676510" y="208539"/>
                  </a:lnTo>
                  <a:lnTo>
                    <a:pt x="675773" y="217273"/>
                  </a:lnTo>
                  <a:lnTo>
                    <a:pt x="643469" y="244241"/>
                  </a:lnTo>
                  <a:lnTo>
                    <a:pt x="634802" y="244790"/>
                  </a:lnTo>
                  <a:lnTo>
                    <a:pt x="687988" y="244790"/>
                  </a:lnTo>
                  <a:lnTo>
                    <a:pt x="699507" y="210098"/>
                  </a:lnTo>
                  <a:lnTo>
                    <a:pt x="699507" y="178135"/>
                  </a:lnTo>
                  <a:close/>
                </a:path>
                <a:path w="870585" h="265429">
                  <a:moveTo>
                    <a:pt x="641038" y="54181"/>
                  </a:moveTo>
                  <a:lnTo>
                    <a:pt x="631294" y="54181"/>
                  </a:lnTo>
                  <a:lnTo>
                    <a:pt x="622121" y="54772"/>
                  </a:lnTo>
                  <a:lnTo>
                    <a:pt x="585128" y="74937"/>
                  </a:lnTo>
                  <a:lnTo>
                    <a:pt x="567873" y="119063"/>
                  </a:lnTo>
                  <a:lnTo>
                    <a:pt x="567368" y="130190"/>
                  </a:lnTo>
                  <a:lnTo>
                    <a:pt x="567885" y="141446"/>
                  </a:lnTo>
                  <a:lnTo>
                    <a:pt x="580212" y="177648"/>
                  </a:lnTo>
                  <a:lnTo>
                    <a:pt x="613704" y="201328"/>
                  </a:lnTo>
                  <a:lnTo>
                    <a:pt x="630904" y="203471"/>
                  </a:lnTo>
                  <a:lnTo>
                    <a:pt x="640649" y="203471"/>
                  </a:lnTo>
                  <a:lnTo>
                    <a:pt x="671485" y="182812"/>
                  </a:lnTo>
                  <a:lnTo>
                    <a:pt x="624407" y="182812"/>
                  </a:lnTo>
                  <a:lnTo>
                    <a:pt x="616352" y="180571"/>
                  </a:lnTo>
                  <a:lnTo>
                    <a:pt x="591583" y="144491"/>
                  </a:lnTo>
                  <a:lnTo>
                    <a:pt x="590724" y="137791"/>
                  </a:lnTo>
                  <a:lnTo>
                    <a:pt x="590670" y="137371"/>
                  </a:lnTo>
                  <a:lnTo>
                    <a:pt x="590381" y="130190"/>
                  </a:lnTo>
                  <a:lnTo>
                    <a:pt x="590365" y="129801"/>
                  </a:lnTo>
                  <a:lnTo>
                    <a:pt x="590664" y="122370"/>
                  </a:lnTo>
                  <a:lnTo>
                    <a:pt x="609660" y="82246"/>
                  </a:lnTo>
                  <a:lnTo>
                    <a:pt x="632548" y="74937"/>
                  </a:lnTo>
                  <a:lnTo>
                    <a:pt x="671541" y="74937"/>
                  </a:lnTo>
                  <a:lnTo>
                    <a:pt x="670858" y="73995"/>
                  </a:lnTo>
                  <a:lnTo>
                    <a:pt x="667739" y="69967"/>
                  </a:lnTo>
                  <a:lnTo>
                    <a:pt x="664686" y="65875"/>
                  </a:lnTo>
                  <a:lnTo>
                    <a:pt x="660268" y="62236"/>
                  </a:lnTo>
                  <a:lnTo>
                    <a:pt x="654486" y="59053"/>
                  </a:lnTo>
                  <a:lnTo>
                    <a:pt x="648769" y="55805"/>
                  </a:lnTo>
                  <a:lnTo>
                    <a:pt x="641038" y="54181"/>
                  </a:lnTo>
                  <a:close/>
                </a:path>
                <a:path w="870585" h="265429">
                  <a:moveTo>
                    <a:pt x="671541" y="74937"/>
                  </a:moveTo>
                  <a:lnTo>
                    <a:pt x="643705" y="74937"/>
                  </a:lnTo>
                  <a:lnTo>
                    <a:pt x="651238" y="77179"/>
                  </a:lnTo>
                  <a:lnTo>
                    <a:pt x="663971" y="86534"/>
                  </a:lnTo>
                  <a:lnTo>
                    <a:pt x="676899" y="129801"/>
                  </a:lnTo>
                  <a:lnTo>
                    <a:pt x="676605" y="137371"/>
                  </a:lnTo>
                  <a:lnTo>
                    <a:pt x="676589" y="137791"/>
                  </a:lnTo>
                  <a:lnTo>
                    <a:pt x="675746" y="144491"/>
                  </a:lnTo>
                  <a:lnTo>
                    <a:pt x="675657" y="145197"/>
                  </a:lnTo>
                  <a:lnTo>
                    <a:pt x="674148" y="151824"/>
                  </a:lnTo>
                  <a:lnTo>
                    <a:pt x="674104" y="152019"/>
                  </a:lnTo>
                  <a:lnTo>
                    <a:pt x="643247" y="182812"/>
                  </a:lnTo>
                  <a:lnTo>
                    <a:pt x="671485" y="182812"/>
                  </a:lnTo>
                  <a:lnTo>
                    <a:pt x="672872" y="180863"/>
                  </a:lnTo>
                  <a:lnTo>
                    <a:pt x="674561" y="178135"/>
                  </a:lnTo>
                  <a:lnTo>
                    <a:pt x="699507" y="178135"/>
                  </a:lnTo>
                  <a:lnTo>
                    <a:pt x="699507" y="79907"/>
                  </a:lnTo>
                  <a:lnTo>
                    <a:pt x="674950" y="79907"/>
                  </a:lnTo>
                  <a:lnTo>
                    <a:pt x="673261" y="77308"/>
                  </a:lnTo>
                  <a:lnTo>
                    <a:pt x="671541" y="74937"/>
                  </a:lnTo>
                  <a:close/>
                </a:path>
                <a:path w="870585" h="265429">
                  <a:moveTo>
                    <a:pt x="699507" y="56130"/>
                  </a:moveTo>
                  <a:lnTo>
                    <a:pt x="677289" y="56130"/>
                  </a:lnTo>
                  <a:lnTo>
                    <a:pt x="677289" y="79907"/>
                  </a:lnTo>
                  <a:lnTo>
                    <a:pt x="699507" y="79907"/>
                  </a:lnTo>
                  <a:lnTo>
                    <a:pt x="699507" y="56130"/>
                  </a:lnTo>
                  <a:close/>
                </a:path>
                <a:path w="870585" h="265429">
                  <a:moveTo>
                    <a:pt x="802413" y="54181"/>
                  </a:moveTo>
                  <a:lnTo>
                    <a:pt x="759657" y="69139"/>
                  </a:lnTo>
                  <a:lnTo>
                    <a:pt x="736708" y="109848"/>
                  </a:lnTo>
                  <a:lnTo>
                    <a:pt x="734589" y="131750"/>
                  </a:lnTo>
                  <a:lnTo>
                    <a:pt x="735119" y="142980"/>
                  </a:lnTo>
                  <a:lnTo>
                    <a:pt x="736644" y="153054"/>
                  </a:lnTo>
                  <a:lnTo>
                    <a:pt x="736708" y="153481"/>
                  </a:lnTo>
                  <a:lnTo>
                    <a:pt x="753367" y="187776"/>
                  </a:lnTo>
                  <a:lnTo>
                    <a:pt x="792589" y="208326"/>
                  </a:lnTo>
                  <a:lnTo>
                    <a:pt x="802413" y="208929"/>
                  </a:lnTo>
                  <a:lnTo>
                    <a:pt x="812231" y="208326"/>
                  </a:lnTo>
                  <a:lnTo>
                    <a:pt x="850908" y="188270"/>
                  </a:lnTo>
                  <a:lnTo>
                    <a:pt x="802413" y="188270"/>
                  </a:lnTo>
                  <a:lnTo>
                    <a:pt x="795055" y="187776"/>
                  </a:lnTo>
                  <a:lnTo>
                    <a:pt x="762362" y="159620"/>
                  </a:lnTo>
                  <a:lnTo>
                    <a:pt x="757587" y="131750"/>
                  </a:lnTo>
                  <a:lnTo>
                    <a:pt x="757885" y="124374"/>
                  </a:lnTo>
                  <a:lnTo>
                    <a:pt x="772429" y="87137"/>
                  </a:lnTo>
                  <a:lnTo>
                    <a:pt x="794676" y="75424"/>
                  </a:lnTo>
                  <a:lnTo>
                    <a:pt x="793799" y="75424"/>
                  </a:lnTo>
                  <a:lnTo>
                    <a:pt x="802413" y="74840"/>
                  </a:lnTo>
                  <a:lnTo>
                    <a:pt x="850885" y="74840"/>
                  </a:lnTo>
                  <a:lnTo>
                    <a:pt x="845107" y="69139"/>
                  </a:lnTo>
                  <a:lnTo>
                    <a:pt x="837884" y="63828"/>
                  </a:lnTo>
                  <a:lnTo>
                    <a:pt x="829966" y="59607"/>
                  </a:lnTo>
                  <a:lnTo>
                    <a:pt x="821415" y="56593"/>
                  </a:lnTo>
                  <a:lnTo>
                    <a:pt x="812231" y="54784"/>
                  </a:lnTo>
                  <a:lnTo>
                    <a:pt x="802413" y="54181"/>
                  </a:lnTo>
                  <a:close/>
                </a:path>
                <a:path w="870585" h="265429">
                  <a:moveTo>
                    <a:pt x="850885" y="74840"/>
                  </a:moveTo>
                  <a:lnTo>
                    <a:pt x="802413" y="74840"/>
                  </a:lnTo>
                  <a:lnTo>
                    <a:pt x="811026" y="75424"/>
                  </a:lnTo>
                  <a:lnTo>
                    <a:pt x="810150" y="75424"/>
                  </a:lnTo>
                  <a:lnTo>
                    <a:pt x="842464" y="103782"/>
                  </a:lnTo>
                  <a:lnTo>
                    <a:pt x="847239" y="131750"/>
                  </a:lnTo>
                  <a:lnTo>
                    <a:pt x="846941" y="139119"/>
                  </a:lnTo>
                  <a:lnTo>
                    <a:pt x="832396" y="176119"/>
                  </a:lnTo>
                  <a:lnTo>
                    <a:pt x="802413" y="188270"/>
                  </a:lnTo>
                  <a:lnTo>
                    <a:pt x="850908" y="188270"/>
                  </a:lnTo>
                  <a:lnTo>
                    <a:pt x="868093" y="153481"/>
                  </a:lnTo>
                  <a:lnTo>
                    <a:pt x="870237" y="131750"/>
                  </a:lnTo>
                  <a:lnTo>
                    <a:pt x="869701" y="120427"/>
                  </a:lnTo>
                  <a:lnTo>
                    <a:pt x="868175" y="110390"/>
                  </a:lnTo>
                  <a:lnTo>
                    <a:pt x="868093" y="109848"/>
                  </a:lnTo>
                  <a:lnTo>
                    <a:pt x="851478" y="75424"/>
                  </a:lnTo>
                  <a:lnTo>
                    <a:pt x="850885" y="74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6571000" y="3822700"/>
            <a:ext cx="3811904" cy="1278890"/>
            <a:chOff x="6571000" y="3822700"/>
            <a:chExt cx="3811904" cy="1278890"/>
          </a:xfrm>
        </p:grpSpPr>
        <p:sp>
          <p:nvSpPr>
            <p:cNvPr id="7" name="object 7"/>
            <p:cNvSpPr/>
            <p:nvPr/>
          </p:nvSpPr>
          <p:spPr>
            <a:xfrm>
              <a:off x="6571000" y="3822700"/>
              <a:ext cx="3811904" cy="1278890"/>
            </a:xfrm>
            <a:custGeom>
              <a:avLst/>
              <a:gdLst/>
              <a:ahLst/>
              <a:cxnLst/>
              <a:rect l="l" t="t" r="r" b="b"/>
              <a:pathLst>
                <a:path w="3811904" h="1278889">
                  <a:moveTo>
                    <a:pt x="639275" y="0"/>
                  </a:moveTo>
                  <a:lnTo>
                    <a:pt x="591565" y="1753"/>
                  </a:lnTo>
                  <a:lnTo>
                    <a:pt x="544808" y="6931"/>
                  </a:lnTo>
                  <a:lnTo>
                    <a:pt x="499126" y="15410"/>
                  </a:lnTo>
                  <a:lnTo>
                    <a:pt x="454644" y="27066"/>
                  </a:lnTo>
                  <a:lnTo>
                    <a:pt x="411485" y="41776"/>
                  </a:lnTo>
                  <a:lnTo>
                    <a:pt x="369773" y="59415"/>
                  </a:lnTo>
                  <a:lnTo>
                    <a:pt x="329631" y="79862"/>
                  </a:lnTo>
                  <a:lnTo>
                    <a:pt x="291183" y="102991"/>
                  </a:lnTo>
                  <a:lnTo>
                    <a:pt x="254553" y="128679"/>
                  </a:lnTo>
                  <a:lnTo>
                    <a:pt x="219863" y="156803"/>
                  </a:lnTo>
                  <a:lnTo>
                    <a:pt x="187239" y="187239"/>
                  </a:lnTo>
                  <a:lnTo>
                    <a:pt x="156803" y="219863"/>
                  </a:lnTo>
                  <a:lnTo>
                    <a:pt x="128679" y="254553"/>
                  </a:lnTo>
                  <a:lnTo>
                    <a:pt x="102991" y="291183"/>
                  </a:lnTo>
                  <a:lnTo>
                    <a:pt x="79862" y="329631"/>
                  </a:lnTo>
                  <a:lnTo>
                    <a:pt x="59415" y="369773"/>
                  </a:lnTo>
                  <a:lnTo>
                    <a:pt x="41776" y="411485"/>
                  </a:lnTo>
                  <a:lnTo>
                    <a:pt x="27066" y="454644"/>
                  </a:lnTo>
                  <a:lnTo>
                    <a:pt x="15410" y="499126"/>
                  </a:lnTo>
                  <a:lnTo>
                    <a:pt x="6931" y="544808"/>
                  </a:lnTo>
                  <a:lnTo>
                    <a:pt x="1854" y="590656"/>
                  </a:lnTo>
                  <a:lnTo>
                    <a:pt x="1753" y="591565"/>
                  </a:lnTo>
                  <a:lnTo>
                    <a:pt x="0" y="639275"/>
                  </a:lnTo>
                  <a:lnTo>
                    <a:pt x="1753" y="686985"/>
                  </a:lnTo>
                  <a:lnTo>
                    <a:pt x="6931" y="733743"/>
                  </a:lnTo>
                  <a:lnTo>
                    <a:pt x="15410" y="779424"/>
                  </a:lnTo>
                  <a:lnTo>
                    <a:pt x="27066" y="823906"/>
                  </a:lnTo>
                  <a:lnTo>
                    <a:pt x="41776" y="867065"/>
                  </a:lnTo>
                  <a:lnTo>
                    <a:pt x="59415" y="908778"/>
                  </a:lnTo>
                  <a:lnTo>
                    <a:pt x="79862" y="948920"/>
                  </a:lnTo>
                  <a:lnTo>
                    <a:pt x="102991" y="987367"/>
                  </a:lnTo>
                  <a:lnTo>
                    <a:pt x="128679" y="1023998"/>
                  </a:lnTo>
                  <a:lnTo>
                    <a:pt x="156803" y="1058687"/>
                  </a:lnTo>
                  <a:lnTo>
                    <a:pt x="187239" y="1091311"/>
                  </a:lnTo>
                  <a:lnTo>
                    <a:pt x="219863" y="1121747"/>
                  </a:lnTo>
                  <a:lnTo>
                    <a:pt x="254553" y="1149871"/>
                  </a:lnTo>
                  <a:lnTo>
                    <a:pt x="291183" y="1175560"/>
                  </a:lnTo>
                  <a:lnTo>
                    <a:pt x="329631" y="1198689"/>
                  </a:lnTo>
                  <a:lnTo>
                    <a:pt x="369773" y="1219135"/>
                  </a:lnTo>
                  <a:lnTo>
                    <a:pt x="411485" y="1236775"/>
                  </a:lnTo>
                  <a:lnTo>
                    <a:pt x="454644" y="1251485"/>
                  </a:lnTo>
                  <a:lnTo>
                    <a:pt x="499126" y="1263141"/>
                  </a:lnTo>
                  <a:lnTo>
                    <a:pt x="544808" y="1271620"/>
                  </a:lnTo>
                  <a:lnTo>
                    <a:pt x="591565" y="1276797"/>
                  </a:lnTo>
                  <a:lnTo>
                    <a:pt x="639275" y="1278551"/>
                  </a:lnTo>
                  <a:lnTo>
                    <a:pt x="639275" y="1261400"/>
                  </a:lnTo>
                  <a:lnTo>
                    <a:pt x="590656" y="1259528"/>
                  </a:lnTo>
                  <a:lnTo>
                    <a:pt x="543061" y="1254005"/>
                  </a:lnTo>
                  <a:lnTo>
                    <a:pt x="496627" y="1244969"/>
                  </a:lnTo>
                  <a:lnTo>
                    <a:pt x="451494" y="1232559"/>
                  </a:lnTo>
                  <a:lnTo>
                    <a:pt x="407799" y="1216912"/>
                  </a:lnTo>
                  <a:lnTo>
                    <a:pt x="365680" y="1198167"/>
                  </a:lnTo>
                  <a:lnTo>
                    <a:pt x="325277" y="1176462"/>
                  </a:lnTo>
                  <a:lnTo>
                    <a:pt x="286726" y="1151936"/>
                  </a:lnTo>
                  <a:lnTo>
                    <a:pt x="250168" y="1124726"/>
                  </a:lnTo>
                  <a:lnTo>
                    <a:pt x="215739" y="1094972"/>
                  </a:lnTo>
                  <a:lnTo>
                    <a:pt x="183578" y="1062811"/>
                  </a:lnTo>
                  <a:lnTo>
                    <a:pt x="153824" y="1028383"/>
                  </a:lnTo>
                  <a:lnTo>
                    <a:pt x="126615" y="991824"/>
                  </a:lnTo>
                  <a:lnTo>
                    <a:pt x="102089" y="953274"/>
                  </a:lnTo>
                  <a:lnTo>
                    <a:pt x="80384" y="912870"/>
                  </a:lnTo>
                  <a:lnTo>
                    <a:pt x="61639" y="870751"/>
                  </a:lnTo>
                  <a:lnTo>
                    <a:pt x="45992" y="827056"/>
                  </a:lnTo>
                  <a:lnTo>
                    <a:pt x="33581" y="781923"/>
                  </a:lnTo>
                  <a:lnTo>
                    <a:pt x="24545" y="735489"/>
                  </a:lnTo>
                  <a:lnTo>
                    <a:pt x="19022" y="687894"/>
                  </a:lnTo>
                  <a:lnTo>
                    <a:pt x="17150" y="639275"/>
                  </a:lnTo>
                  <a:lnTo>
                    <a:pt x="18987" y="591565"/>
                  </a:lnTo>
                  <a:lnTo>
                    <a:pt x="19022" y="590656"/>
                  </a:lnTo>
                  <a:lnTo>
                    <a:pt x="24545" y="543061"/>
                  </a:lnTo>
                  <a:lnTo>
                    <a:pt x="33581" y="496628"/>
                  </a:lnTo>
                  <a:lnTo>
                    <a:pt x="45992" y="451494"/>
                  </a:lnTo>
                  <a:lnTo>
                    <a:pt x="61639" y="407799"/>
                  </a:lnTo>
                  <a:lnTo>
                    <a:pt x="80384" y="365680"/>
                  </a:lnTo>
                  <a:lnTo>
                    <a:pt x="102089" y="325277"/>
                  </a:lnTo>
                  <a:lnTo>
                    <a:pt x="126615" y="286727"/>
                  </a:lnTo>
                  <a:lnTo>
                    <a:pt x="153824" y="250168"/>
                  </a:lnTo>
                  <a:lnTo>
                    <a:pt x="183578" y="215739"/>
                  </a:lnTo>
                  <a:lnTo>
                    <a:pt x="215739" y="183578"/>
                  </a:lnTo>
                  <a:lnTo>
                    <a:pt x="250168" y="153824"/>
                  </a:lnTo>
                  <a:lnTo>
                    <a:pt x="286727" y="126615"/>
                  </a:lnTo>
                  <a:lnTo>
                    <a:pt x="325277" y="102089"/>
                  </a:lnTo>
                  <a:lnTo>
                    <a:pt x="365680" y="80384"/>
                  </a:lnTo>
                  <a:lnTo>
                    <a:pt x="407799" y="61639"/>
                  </a:lnTo>
                  <a:lnTo>
                    <a:pt x="451494" y="45992"/>
                  </a:lnTo>
                  <a:lnTo>
                    <a:pt x="496628" y="33581"/>
                  </a:lnTo>
                  <a:lnTo>
                    <a:pt x="543061" y="24545"/>
                  </a:lnTo>
                  <a:lnTo>
                    <a:pt x="590657" y="19022"/>
                  </a:lnTo>
                  <a:lnTo>
                    <a:pt x="639275" y="17150"/>
                  </a:lnTo>
                  <a:lnTo>
                    <a:pt x="639275" y="0"/>
                  </a:lnTo>
                  <a:close/>
                </a:path>
                <a:path w="3811904" h="1278889">
                  <a:moveTo>
                    <a:pt x="3172248" y="1261400"/>
                  </a:moveTo>
                  <a:lnTo>
                    <a:pt x="639275" y="1261400"/>
                  </a:lnTo>
                  <a:lnTo>
                    <a:pt x="639275" y="1278551"/>
                  </a:lnTo>
                  <a:lnTo>
                    <a:pt x="3172248" y="1278551"/>
                  </a:lnTo>
                  <a:lnTo>
                    <a:pt x="3172248" y="1261400"/>
                  </a:lnTo>
                  <a:close/>
                </a:path>
                <a:path w="3811904" h="1278889">
                  <a:moveTo>
                    <a:pt x="3172248" y="0"/>
                  </a:moveTo>
                  <a:lnTo>
                    <a:pt x="3172248" y="17150"/>
                  </a:lnTo>
                  <a:lnTo>
                    <a:pt x="3220867" y="19022"/>
                  </a:lnTo>
                  <a:lnTo>
                    <a:pt x="3268462" y="24545"/>
                  </a:lnTo>
                  <a:lnTo>
                    <a:pt x="3314895" y="33581"/>
                  </a:lnTo>
                  <a:lnTo>
                    <a:pt x="3360029" y="45992"/>
                  </a:lnTo>
                  <a:lnTo>
                    <a:pt x="3403724" y="61639"/>
                  </a:lnTo>
                  <a:lnTo>
                    <a:pt x="3445843" y="80384"/>
                  </a:lnTo>
                  <a:lnTo>
                    <a:pt x="3486246" y="102089"/>
                  </a:lnTo>
                  <a:lnTo>
                    <a:pt x="3524796" y="126615"/>
                  </a:lnTo>
                  <a:lnTo>
                    <a:pt x="3561355" y="153824"/>
                  </a:lnTo>
                  <a:lnTo>
                    <a:pt x="3595784" y="183578"/>
                  </a:lnTo>
                  <a:lnTo>
                    <a:pt x="3627945" y="215739"/>
                  </a:lnTo>
                  <a:lnTo>
                    <a:pt x="3657699" y="250168"/>
                  </a:lnTo>
                  <a:lnTo>
                    <a:pt x="3684908" y="286727"/>
                  </a:lnTo>
                  <a:lnTo>
                    <a:pt x="3709434" y="325277"/>
                  </a:lnTo>
                  <a:lnTo>
                    <a:pt x="3731139" y="365680"/>
                  </a:lnTo>
                  <a:lnTo>
                    <a:pt x="3749884" y="407799"/>
                  </a:lnTo>
                  <a:lnTo>
                    <a:pt x="3765531" y="451494"/>
                  </a:lnTo>
                  <a:lnTo>
                    <a:pt x="3777942" y="496628"/>
                  </a:lnTo>
                  <a:lnTo>
                    <a:pt x="3786978" y="543061"/>
                  </a:lnTo>
                  <a:lnTo>
                    <a:pt x="3792501" y="590656"/>
                  </a:lnTo>
                  <a:lnTo>
                    <a:pt x="3794373" y="639275"/>
                  </a:lnTo>
                  <a:lnTo>
                    <a:pt x="3792536" y="686985"/>
                  </a:lnTo>
                  <a:lnTo>
                    <a:pt x="3792501" y="687894"/>
                  </a:lnTo>
                  <a:lnTo>
                    <a:pt x="3786978" y="735489"/>
                  </a:lnTo>
                  <a:lnTo>
                    <a:pt x="3777942" y="781923"/>
                  </a:lnTo>
                  <a:lnTo>
                    <a:pt x="3765531" y="827056"/>
                  </a:lnTo>
                  <a:lnTo>
                    <a:pt x="3749884" y="870751"/>
                  </a:lnTo>
                  <a:lnTo>
                    <a:pt x="3731139" y="912870"/>
                  </a:lnTo>
                  <a:lnTo>
                    <a:pt x="3709434" y="953274"/>
                  </a:lnTo>
                  <a:lnTo>
                    <a:pt x="3684908" y="991824"/>
                  </a:lnTo>
                  <a:lnTo>
                    <a:pt x="3657699" y="1028383"/>
                  </a:lnTo>
                  <a:lnTo>
                    <a:pt x="3627944" y="1062811"/>
                  </a:lnTo>
                  <a:lnTo>
                    <a:pt x="3595784" y="1094972"/>
                  </a:lnTo>
                  <a:lnTo>
                    <a:pt x="3561355" y="1124726"/>
                  </a:lnTo>
                  <a:lnTo>
                    <a:pt x="3524796" y="1151936"/>
                  </a:lnTo>
                  <a:lnTo>
                    <a:pt x="3486246" y="1176462"/>
                  </a:lnTo>
                  <a:lnTo>
                    <a:pt x="3445842" y="1198167"/>
                  </a:lnTo>
                  <a:lnTo>
                    <a:pt x="3403724" y="1216912"/>
                  </a:lnTo>
                  <a:lnTo>
                    <a:pt x="3360029" y="1232559"/>
                  </a:lnTo>
                  <a:lnTo>
                    <a:pt x="3314895" y="1244969"/>
                  </a:lnTo>
                  <a:lnTo>
                    <a:pt x="3268462" y="1254005"/>
                  </a:lnTo>
                  <a:lnTo>
                    <a:pt x="3220866" y="1259528"/>
                  </a:lnTo>
                  <a:lnTo>
                    <a:pt x="3172248" y="1261400"/>
                  </a:lnTo>
                  <a:lnTo>
                    <a:pt x="3172248" y="1278551"/>
                  </a:lnTo>
                  <a:lnTo>
                    <a:pt x="3219958" y="1276797"/>
                  </a:lnTo>
                  <a:lnTo>
                    <a:pt x="3266715" y="1271620"/>
                  </a:lnTo>
                  <a:lnTo>
                    <a:pt x="3312397" y="1263141"/>
                  </a:lnTo>
                  <a:lnTo>
                    <a:pt x="3356879" y="1251485"/>
                  </a:lnTo>
                  <a:lnTo>
                    <a:pt x="3400038" y="1236775"/>
                  </a:lnTo>
                  <a:lnTo>
                    <a:pt x="3441750" y="1219135"/>
                  </a:lnTo>
                  <a:lnTo>
                    <a:pt x="3481892" y="1198689"/>
                  </a:lnTo>
                  <a:lnTo>
                    <a:pt x="3520340" y="1175560"/>
                  </a:lnTo>
                  <a:lnTo>
                    <a:pt x="3556970" y="1149871"/>
                  </a:lnTo>
                  <a:lnTo>
                    <a:pt x="3591660" y="1121747"/>
                  </a:lnTo>
                  <a:lnTo>
                    <a:pt x="3624284" y="1091311"/>
                  </a:lnTo>
                  <a:lnTo>
                    <a:pt x="3654720" y="1058687"/>
                  </a:lnTo>
                  <a:lnTo>
                    <a:pt x="3682844" y="1023998"/>
                  </a:lnTo>
                  <a:lnTo>
                    <a:pt x="3708532" y="987367"/>
                  </a:lnTo>
                  <a:lnTo>
                    <a:pt x="3731661" y="948920"/>
                  </a:lnTo>
                  <a:lnTo>
                    <a:pt x="3752108" y="908778"/>
                  </a:lnTo>
                  <a:lnTo>
                    <a:pt x="3769747" y="867065"/>
                  </a:lnTo>
                  <a:lnTo>
                    <a:pt x="3784457" y="823906"/>
                  </a:lnTo>
                  <a:lnTo>
                    <a:pt x="3796113" y="779424"/>
                  </a:lnTo>
                  <a:lnTo>
                    <a:pt x="3804592" y="733743"/>
                  </a:lnTo>
                  <a:lnTo>
                    <a:pt x="3809669" y="687894"/>
                  </a:lnTo>
                  <a:lnTo>
                    <a:pt x="3809770" y="686985"/>
                  </a:lnTo>
                  <a:lnTo>
                    <a:pt x="3811523" y="639275"/>
                  </a:lnTo>
                  <a:lnTo>
                    <a:pt x="3809770" y="591565"/>
                  </a:lnTo>
                  <a:lnTo>
                    <a:pt x="3804592" y="544808"/>
                  </a:lnTo>
                  <a:lnTo>
                    <a:pt x="3796113" y="499126"/>
                  </a:lnTo>
                  <a:lnTo>
                    <a:pt x="3784457" y="454644"/>
                  </a:lnTo>
                  <a:lnTo>
                    <a:pt x="3769747" y="411485"/>
                  </a:lnTo>
                  <a:lnTo>
                    <a:pt x="3752108" y="369773"/>
                  </a:lnTo>
                  <a:lnTo>
                    <a:pt x="3731661" y="329631"/>
                  </a:lnTo>
                  <a:lnTo>
                    <a:pt x="3708532" y="291183"/>
                  </a:lnTo>
                  <a:lnTo>
                    <a:pt x="3682844" y="254553"/>
                  </a:lnTo>
                  <a:lnTo>
                    <a:pt x="3654720" y="219863"/>
                  </a:lnTo>
                  <a:lnTo>
                    <a:pt x="3624284" y="187239"/>
                  </a:lnTo>
                  <a:lnTo>
                    <a:pt x="3591660" y="156803"/>
                  </a:lnTo>
                  <a:lnTo>
                    <a:pt x="3556970" y="128679"/>
                  </a:lnTo>
                  <a:lnTo>
                    <a:pt x="3520340" y="102991"/>
                  </a:lnTo>
                  <a:lnTo>
                    <a:pt x="3481892" y="79862"/>
                  </a:lnTo>
                  <a:lnTo>
                    <a:pt x="3441750" y="59415"/>
                  </a:lnTo>
                  <a:lnTo>
                    <a:pt x="3400038" y="41776"/>
                  </a:lnTo>
                  <a:lnTo>
                    <a:pt x="3356879" y="27066"/>
                  </a:lnTo>
                  <a:lnTo>
                    <a:pt x="3312397" y="15410"/>
                  </a:lnTo>
                  <a:lnTo>
                    <a:pt x="3266715" y="6931"/>
                  </a:lnTo>
                  <a:lnTo>
                    <a:pt x="3219958" y="1753"/>
                  </a:lnTo>
                  <a:lnTo>
                    <a:pt x="3172248" y="0"/>
                  </a:lnTo>
                  <a:close/>
                </a:path>
                <a:path w="3811904" h="1278889">
                  <a:moveTo>
                    <a:pt x="3172248" y="0"/>
                  </a:moveTo>
                  <a:lnTo>
                    <a:pt x="639275" y="0"/>
                  </a:lnTo>
                  <a:lnTo>
                    <a:pt x="639275" y="17150"/>
                  </a:lnTo>
                  <a:lnTo>
                    <a:pt x="3172248" y="17150"/>
                  </a:lnTo>
                  <a:lnTo>
                    <a:pt x="3172248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12086" y="4364001"/>
              <a:ext cx="740410" cy="200025"/>
            </a:xfrm>
            <a:custGeom>
              <a:avLst/>
              <a:gdLst/>
              <a:ahLst/>
              <a:cxnLst/>
              <a:rect l="l" t="t" r="r" b="b"/>
              <a:pathLst>
                <a:path w="740409" h="200025">
                  <a:moveTo>
                    <a:pt x="24167" y="0"/>
                  </a:moveTo>
                  <a:lnTo>
                    <a:pt x="0" y="0"/>
                  </a:lnTo>
                  <a:lnTo>
                    <a:pt x="0" y="199574"/>
                  </a:lnTo>
                  <a:lnTo>
                    <a:pt x="24167" y="199574"/>
                  </a:lnTo>
                  <a:lnTo>
                    <a:pt x="24167" y="110311"/>
                  </a:lnTo>
                  <a:lnTo>
                    <a:pt x="154747" y="110311"/>
                  </a:lnTo>
                  <a:lnTo>
                    <a:pt x="154747" y="88872"/>
                  </a:lnTo>
                  <a:lnTo>
                    <a:pt x="24167" y="88872"/>
                  </a:lnTo>
                  <a:lnTo>
                    <a:pt x="24167" y="0"/>
                  </a:lnTo>
                  <a:close/>
                </a:path>
                <a:path w="740409" h="200025">
                  <a:moveTo>
                    <a:pt x="154747" y="110311"/>
                  </a:moveTo>
                  <a:lnTo>
                    <a:pt x="130580" y="110311"/>
                  </a:lnTo>
                  <a:lnTo>
                    <a:pt x="130580" y="199574"/>
                  </a:lnTo>
                  <a:lnTo>
                    <a:pt x="154747" y="199574"/>
                  </a:lnTo>
                  <a:lnTo>
                    <a:pt x="154747" y="110311"/>
                  </a:lnTo>
                  <a:close/>
                </a:path>
                <a:path w="740409" h="200025">
                  <a:moveTo>
                    <a:pt x="154747" y="0"/>
                  </a:moveTo>
                  <a:lnTo>
                    <a:pt x="130580" y="0"/>
                  </a:lnTo>
                  <a:lnTo>
                    <a:pt x="130580" y="88872"/>
                  </a:lnTo>
                  <a:lnTo>
                    <a:pt x="154747" y="88872"/>
                  </a:lnTo>
                  <a:lnTo>
                    <a:pt x="154747" y="0"/>
                  </a:lnTo>
                  <a:close/>
                </a:path>
                <a:path w="740409" h="200025">
                  <a:moveTo>
                    <a:pt x="279140" y="21438"/>
                  </a:moveTo>
                  <a:lnTo>
                    <a:pt x="254973" y="21438"/>
                  </a:lnTo>
                  <a:lnTo>
                    <a:pt x="254973" y="199574"/>
                  </a:lnTo>
                  <a:lnTo>
                    <a:pt x="279140" y="199574"/>
                  </a:lnTo>
                  <a:lnTo>
                    <a:pt x="279140" y="21438"/>
                  </a:lnTo>
                  <a:close/>
                </a:path>
                <a:path w="740409" h="200025">
                  <a:moveTo>
                    <a:pt x="341897" y="0"/>
                  </a:moveTo>
                  <a:lnTo>
                    <a:pt x="192216" y="0"/>
                  </a:lnTo>
                  <a:lnTo>
                    <a:pt x="192216" y="21438"/>
                  </a:lnTo>
                  <a:lnTo>
                    <a:pt x="341897" y="21438"/>
                  </a:lnTo>
                  <a:lnTo>
                    <a:pt x="341897" y="0"/>
                  </a:lnTo>
                  <a:close/>
                </a:path>
                <a:path w="740409" h="200025">
                  <a:moveTo>
                    <a:pt x="408040" y="0"/>
                  </a:moveTo>
                  <a:lnTo>
                    <a:pt x="379195" y="0"/>
                  </a:lnTo>
                  <a:lnTo>
                    <a:pt x="379195" y="199574"/>
                  </a:lnTo>
                  <a:lnTo>
                    <a:pt x="401803" y="199574"/>
                  </a:lnTo>
                  <a:lnTo>
                    <a:pt x="401803" y="47944"/>
                  </a:lnTo>
                  <a:lnTo>
                    <a:pt x="427669" y="47944"/>
                  </a:lnTo>
                  <a:lnTo>
                    <a:pt x="408040" y="0"/>
                  </a:lnTo>
                  <a:close/>
                </a:path>
                <a:path w="740409" h="200025">
                  <a:moveTo>
                    <a:pt x="427669" y="47944"/>
                  </a:moveTo>
                  <a:lnTo>
                    <a:pt x="403752" y="47944"/>
                  </a:lnTo>
                  <a:lnTo>
                    <a:pt x="466119" y="199574"/>
                  </a:lnTo>
                  <a:lnTo>
                    <a:pt x="487947" y="199574"/>
                  </a:lnTo>
                  <a:lnTo>
                    <a:pt x="501896" y="165662"/>
                  </a:lnTo>
                  <a:lnTo>
                    <a:pt x="475864" y="165662"/>
                  </a:lnTo>
                  <a:lnTo>
                    <a:pt x="427669" y="47944"/>
                  </a:lnTo>
                  <a:close/>
                </a:path>
                <a:path w="740409" h="200025">
                  <a:moveTo>
                    <a:pt x="574871" y="47944"/>
                  </a:moveTo>
                  <a:lnTo>
                    <a:pt x="552263" y="47944"/>
                  </a:lnTo>
                  <a:lnTo>
                    <a:pt x="552263" y="199574"/>
                  </a:lnTo>
                  <a:lnTo>
                    <a:pt x="574871" y="199574"/>
                  </a:lnTo>
                  <a:lnTo>
                    <a:pt x="574871" y="47944"/>
                  </a:lnTo>
                  <a:close/>
                </a:path>
                <a:path w="740409" h="200025">
                  <a:moveTo>
                    <a:pt x="574871" y="0"/>
                  </a:moveTo>
                  <a:lnTo>
                    <a:pt x="546026" y="0"/>
                  </a:lnTo>
                  <a:lnTo>
                    <a:pt x="478202" y="165662"/>
                  </a:lnTo>
                  <a:lnTo>
                    <a:pt x="501896" y="165662"/>
                  </a:lnTo>
                  <a:lnTo>
                    <a:pt x="550314" y="47944"/>
                  </a:lnTo>
                  <a:lnTo>
                    <a:pt x="574871" y="47944"/>
                  </a:lnTo>
                  <a:lnTo>
                    <a:pt x="574871" y="0"/>
                  </a:lnTo>
                  <a:close/>
                </a:path>
                <a:path w="740409" h="200025">
                  <a:moveTo>
                    <a:pt x="647494" y="0"/>
                  </a:moveTo>
                  <a:lnTo>
                    <a:pt x="623327" y="0"/>
                  </a:lnTo>
                  <a:lnTo>
                    <a:pt x="623327" y="199574"/>
                  </a:lnTo>
                  <a:lnTo>
                    <a:pt x="740265" y="199574"/>
                  </a:lnTo>
                  <a:lnTo>
                    <a:pt x="740265" y="178135"/>
                  </a:lnTo>
                  <a:lnTo>
                    <a:pt x="647494" y="178135"/>
                  </a:lnTo>
                  <a:lnTo>
                    <a:pt x="6474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267200" y="5422900"/>
            <a:ext cx="3811904" cy="1278890"/>
            <a:chOff x="4267200" y="5422900"/>
            <a:chExt cx="3811904" cy="1278890"/>
          </a:xfrm>
        </p:grpSpPr>
        <p:sp>
          <p:nvSpPr>
            <p:cNvPr id="10" name="object 10"/>
            <p:cNvSpPr/>
            <p:nvPr/>
          </p:nvSpPr>
          <p:spPr>
            <a:xfrm>
              <a:off x="4267200" y="5422900"/>
              <a:ext cx="3811904" cy="1278890"/>
            </a:xfrm>
            <a:custGeom>
              <a:avLst/>
              <a:gdLst/>
              <a:ahLst/>
              <a:cxnLst/>
              <a:rect l="l" t="t" r="r" b="b"/>
              <a:pathLst>
                <a:path w="3811904" h="1278890">
                  <a:moveTo>
                    <a:pt x="639275" y="0"/>
                  </a:moveTo>
                  <a:lnTo>
                    <a:pt x="591565" y="1753"/>
                  </a:lnTo>
                  <a:lnTo>
                    <a:pt x="544808" y="6931"/>
                  </a:lnTo>
                  <a:lnTo>
                    <a:pt x="499126" y="15410"/>
                  </a:lnTo>
                  <a:lnTo>
                    <a:pt x="454644" y="27066"/>
                  </a:lnTo>
                  <a:lnTo>
                    <a:pt x="411485" y="41776"/>
                  </a:lnTo>
                  <a:lnTo>
                    <a:pt x="369773" y="59415"/>
                  </a:lnTo>
                  <a:lnTo>
                    <a:pt x="329631" y="79862"/>
                  </a:lnTo>
                  <a:lnTo>
                    <a:pt x="291183" y="102991"/>
                  </a:lnTo>
                  <a:lnTo>
                    <a:pt x="254553" y="128679"/>
                  </a:lnTo>
                  <a:lnTo>
                    <a:pt x="219863" y="156803"/>
                  </a:lnTo>
                  <a:lnTo>
                    <a:pt x="187239" y="187239"/>
                  </a:lnTo>
                  <a:lnTo>
                    <a:pt x="156803" y="219863"/>
                  </a:lnTo>
                  <a:lnTo>
                    <a:pt x="128679" y="254553"/>
                  </a:lnTo>
                  <a:lnTo>
                    <a:pt x="102991" y="291183"/>
                  </a:lnTo>
                  <a:lnTo>
                    <a:pt x="79862" y="329631"/>
                  </a:lnTo>
                  <a:lnTo>
                    <a:pt x="59415" y="369773"/>
                  </a:lnTo>
                  <a:lnTo>
                    <a:pt x="41776" y="411485"/>
                  </a:lnTo>
                  <a:lnTo>
                    <a:pt x="27066" y="454644"/>
                  </a:lnTo>
                  <a:lnTo>
                    <a:pt x="15410" y="499126"/>
                  </a:lnTo>
                  <a:lnTo>
                    <a:pt x="6931" y="544808"/>
                  </a:lnTo>
                  <a:lnTo>
                    <a:pt x="1854" y="590656"/>
                  </a:lnTo>
                  <a:lnTo>
                    <a:pt x="1753" y="591565"/>
                  </a:lnTo>
                  <a:lnTo>
                    <a:pt x="0" y="639275"/>
                  </a:lnTo>
                  <a:lnTo>
                    <a:pt x="1753" y="686985"/>
                  </a:lnTo>
                  <a:lnTo>
                    <a:pt x="6931" y="733743"/>
                  </a:lnTo>
                  <a:lnTo>
                    <a:pt x="15410" y="779424"/>
                  </a:lnTo>
                  <a:lnTo>
                    <a:pt x="27066" y="823906"/>
                  </a:lnTo>
                  <a:lnTo>
                    <a:pt x="41776" y="867065"/>
                  </a:lnTo>
                  <a:lnTo>
                    <a:pt x="59415" y="908778"/>
                  </a:lnTo>
                  <a:lnTo>
                    <a:pt x="79862" y="948920"/>
                  </a:lnTo>
                  <a:lnTo>
                    <a:pt x="102991" y="987367"/>
                  </a:lnTo>
                  <a:lnTo>
                    <a:pt x="128679" y="1023998"/>
                  </a:lnTo>
                  <a:lnTo>
                    <a:pt x="156803" y="1058687"/>
                  </a:lnTo>
                  <a:lnTo>
                    <a:pt x="187239" y="1091311"/>
                  </a:lnTo>
                  <a:lnTo>
                    <a:pt x="219863" y="1121747"/>
                  </a:lnTo>
                  <a:lnTo>
                    <a:pt x="254553" y="1149871"/>
                  </a:lnTo>
                  <a:lnTo>
                    <a:pt x="291183" y="1175560"/>
                  </a:lnTo>
                  <a:lnTo>
                    <a:pt x="329631" y="1198689"/>
                  </a:lnTo>
                  <a:lnTo>
                    <a:pt x="369773" y="1219135"/>
                  </a:lnTo>
                  <a:lnTo>
                    <a:pt x="411485" y="1236775"/>
                  </a:lnTo>
                  <a:lnTo>
                    <a:pt x="454644" y="1251485"/>
                  </a:lnTo>
                  <a:lnTo>
                    <a:pt x="499126" y="1263141"/>
                  </a:lnTo>
                  <a:lnTo>
                    <a:pt x="544808" y="1271620"/>
                  </a:lnTo>
                  <a:lnTo>
                    <a:pt x="591565" y="1276797"/>
                  </a:lnTo>
                  <a:lnTo>
                    <a:pt x="639275" y="1278551"/>
                  </a:lnTo>
                  <a:lnTo>
                    <a:pt x="639275" y="1261400"/>
                  </a:lnTo>
                  <a:lnTo>
                    <a:pt x="590656" y="1259528"/>
                  </a:lnTo>
                  <a:lnTo>
                    <a:pt x="543061" y="1254005"/>
                  </a:lnTo>
                  <a:lnTo>
                    <a:pt x="496627" y="1244969"/>
                  </a:lnTo>
                  <a:lnTo>
                    <a:pt x="451494" y="1232559"/>
                  </a:lnTo>
                  <a:lnTo>
                    <a:pt x="407799" y="1216912"/>
                  </a:lnTo>
                  <a:lnTo>
                    <a:pt x="365680" y="1198167"/>
                  </a:lnTo>
                  <a:lnTo>
                    <a:pt x="325277" y="1176462"/>
                  </a:lnTo>
                  <a:lnTo>
                    <a:pt x="286726" y="1151936"/>
                  </a:lnTo>
                  <a:lnTo>
                    <a:pt x="250168" y="1124726"/>
                  </a:lnTo>
                  <a:lnTo>
                    <a:pt x="215739" y="1094972"/>
                  </a:lnTo>
                  <a:lnTo>
                    <a:pt x="183578" y="1062811"/>
                  </a:lnTo>
                  <a:lnTo>
                    <a:pt x="153824" y="1028383"/>
                  </a:lnTo>
                  <a:lnTo>
                    <a:pt x="126615" y="991824"/>
                  </a:lnTo>
                  <a:lnTo>
                    <a:pt x="102089" y="953274"/>
                  </a:lnTo>
                  <a:lnTo>
                    <a:pt x="80384" y="912870"/>
                  </a:lnTo>
                  <a:lnTo>
                    <a:pt x="61639" y="870751"/>
                  </a:lnTo>
                  <a:lnTo>
                    <a:pt x="45992" y="827056"/>
                  </a:lnTo>
                  <a:lnTo>
                    <a:pt x="33581" y="781923"/>
                  </a:lnTo>
                  <a:lnTo>
                    <a:pt x="24545" y="735489"/>
                  </a:lnTo>
                  <a:lnTo>
                    <a:pt x="19022" y="687894"/>
                  </a:lnTo>
                  <a:lnTo>
                    <a:pt x="17150" y="639275"/>
                  </a:lnTo>
                  <a:lnTo>
                    <a:pt x="18987" y="591565"/>
                  </a:lnTo>
                  <a:lnTo>
                    <a:pt x="24545" y="543061"/>
                  </a:lnTo>
                  <a:lnTo>
                    <a:pt x="33581" y="496628"/>
                  </a:lnTo>
                  <a:lnTo>
                    <a:pt x="45992" y="451494"/>
                  </a:lnTo>
                  <a:lnTo>
                    <a:pt x="61639" y="407799"/>
                  </a:lnTo>
                  <a:lnTo>
                    <a:pt x="80384" y="365680"/>
                  </a:lnTo>
                  <a:lnTo>
                    <a:pt x="102089" y="325277"/>
                  </a:lnTo>
                  <a:lnTo>
                    <a:pt x="126615" y="286727"/>
                  </a:lnTo>
                  <a:lnTo>
                    <a:pt x="153824" y="250168"/>
                  </a:lnTo>
                  <a:lnTo>
                    <a:pt x="183578" y="215739"/>
                  </a:lnTo>
                  <a:lnTo>
                    <a:pt x="215739" y="183578"/>
                  </a:lnTo>
                  <a:lnTo>
                    <a:pt x="250168" y="153824"/>
                  </a:lnTo>
                  <a:lnTo>
                    <a:pt x="286727" y="126615"/>
                  </a:lnTo>
                  <a:lnTo>
                    <a:pt x="325277" y="102089"/>
                  </a:lnTo>
                  <a:lnTo>
                    <a:pt x="365680" y="80384"/>
                  </a:lnTo>
                  <a:lnTo>
                    <a:pt x="407799" y="61639"/>
                  </a:lnTo>
                  <a:lnTo>
                    <a:pt x="451494" y="45992"/>
                  </a:lnTo>
                  <a:lnTo>
                    <a:pt x="496628" y="33581"/>
                  </a:lnTo>
                  <a:lnTo>
                    <a:pt x="543061" y="24545"/>
                  </a:lnTo>
                  <a:lnTo>
                    <a:pt x="590657" y="19022"/>
                  </a:lnTo>
                  <a:lnTo>
                    <a:pt x="639275" y="17150"/>
                  </a:lnTo>
                  <a:lnTo>
                    <a:pt x="639275" y="0"/>
                  </a:lnTo>
                  <a:close/>
                </a:path>
                <a:path w="3811904" h="1278890">
                  <a:moveTo>
                    <a:pt x="3172248" y="1261400"/>
                  </a:moveTo>
                  <a:lnTo>
                    <a:pt x="639275" y="1261400"/>
                  </a:lnTo>
                  <a:lnTo>
                    <a:pt x="639275" y="1278551"/>
                  </a:lnTo>
                  <a:lnTo>
                    <a:pt x="3172248" y="1278551"/>
                  </a:lnTo>
                  <a:lnTo>
                    <a:pt x="3172248" y="1261400"/>
                  </a:lnTo>
                  <a:close/>
                </a:path>
                <a:path w="3811904" h="1278890">
                  <a:moveTo>
                    <a:pt x="3172248" y="0"/>
                  </a:moveTo>
                  <a:lnTo>
                    <a:pt x="3172248" y="17150"/>
                  </a:lnTo>
                  <a:lnTo>
                    <a:pt x="3220867" y="19022"/>
                  </a:lnTo>
                  <a:lnTo>
                    <a:pt x="3268462" y="24545"/>
                  </a:lnTo>
                  <a:lnTo>
                    <a:pt x="3314895" y="33581"/>
                  </a:lnTo>
                  <a:lnTo>
                    <a:pt x="3360029" y="45992"/>
                  </a:lnTo>
                  <a:lnTo>
                    <a:pt x="3403724" y="61639"/>
                  </a:lnTo>
                  <a:lnTo>
                    <a:pt x="3445843" y="80384"/>
                  </a:lnTo>
                  <a:lnTo>
                    <a:pt x="3486246" y="102089"/>
                  </a:lnTo>
                  <a:lnTo>
                    <a:pt x="3524796" y="126615"/>
                  </a:lnTo>
                  <a:lnTo>
                    <a:pt x="3561355" y="153824"/>
                  </a:lnTo>
                  <a:lnTo>
                    <a:pt x="3595784" y="183578"/>
                  </a:lnTo>
                  <a:lnTo>
                    <a:pt x="3627945" y="215739"/>
                  </a:lnTo>
                  <a:lnTo>
                    <a:pt x="3657699" y="250168"/>
                  </a:lnTo>
                  <a:lnTo>
                    <a:pt x="3684908" y="286727"/>
                  </a:lnTo>
                  <a:lnTo>
                    <a:pt x="3709434" y="325277"/>
                  </a:lnTo>
                  <a:lnTo>
                    <a:pt x="3731139" y="365680"/>
                  </a:lnTo>
                  <a:lnTo>
                    <a:pt x="3749884" y="407799"/>
                  </a:lnTo>
                  <a:lnTo>
                    <a:pt x="3765531" y="451494"/>
                  </a:lnTo>
                  <a:lnTo>
                    <a:pt x="3777942" y="496628"/>
                  </a:lnTo>
                  <a:lnTo>
                    <a:pt x="3786978" y="543061"/>
                  </a:lnTo>
                  <a:lnTo>
                    <a:pt x="3792501" y="590656"/>
                  </a:lnTo>
                  <a:lnTo>
                    <a:pt x="3794373" y="639275"/>
                  </a:lnTo>
                  <a:lnTo>
                    <a:pt x="3792536" y="686985"/>
                  </a:lnTo>
                  <a:lnTo>
                    <a:pt x="3792501" y="687894"/>
                  </a:lnTo>
                  <a:lnTo>
                    <a:pt x="3786978" y="735489"/>
                  </a:lnTo>
                  <a:lnTo>
                    <a:pt x="3777942" y="781923"/>
                  </a:lnTo>
                  <a:lnTo>
                    <a:pt x="3765531" y="827056"/>
                  </a:lnTo>
                  <a:lnTo>
                    <a:pt x="3749884" y="870751"/>
                  </a:lnTo>
                  <a:lnTo>
                    <a:pt x="3731139" y="912870"/>
                  </a:lnTo>
                  <a:lnTo>
                    <a:pt x="3709434" y="953274"/>
                  </a:lnTo>
                  <a:lnTo>
                    <a:pt x="3684908" y="991824"/>
                  </a:lnTo>
                  <a:lnTo>
                    <a:pt x="3657699" y="1028383"/>
                  </a:lnTo>
                  <a:lnTo>
                    <a:pt x="3627944" y="1062811"/>
                  </a:lnTo>
                  <a:lnTo>
                    <a:pt x="3595784" y="1094972"/>
                  </a:lnTo>
                  <a:lnTo>
                    <a:pt x="3561355" y="1124726"/>
                  </a:lnTo>
                  <a:lnTo>
                    <a:pt x="3524796" y="1151936"/>
                  </a:lnTo>
                  <a:lnTo>
                    <a:pt x="3486246" y="1176462"/>
                  </a:lnTo>
                  <a:lnTo>
                    <a:pt x="3445842" y="1198167"/>
                  </a:lnTo>
                  <a:lnTo>
                    <a:pt x="3403724" y="1216912"/>
                  </a:lnTo>
                  <a:lnTo>
                    <a:pt x="3360029" y="1232559"/>
                  </a:lnTo>
                  <a:lnTo>
                    <a:pt x="3314895" y="1244969"/>
                  </a:lnTo>
                  <a:lnTo>
                    <a:pt x="3268462" y="1254005"/>
                  </a:lnTo>
                  <a:lnTo>
                    <a:pt x="3220866" y="1259528"/>
                  </a:lnTo>
                  <a:lnTo>
                    <a:pt x="3172248" y="1261400"/>
                  </a:lnTo>
                  <a:lnTo>
                    <a:pt x="3172248" y="1278551"/>
                  </a:lnTo>
                  <a:lnTo>
                    <a:pt x="3219958" y="1276797"/>
                  </a:lnTo>
                  <a:lnTo>
                    <a:pt x="3266715" y="1271620"/>
                  </a:lnTo>
                  <a:lnTo>
                    <a:pt x="3312397" y="1263141"/>
                  </a:lnTo>
                  <a:lnTo>
                    <a:pt x="3356879" y="1251485"/>
                  </a:lnTo>
                  <a:lnTo>
                    <a:pt x="3400038" y="1236775"/>
                  </a:lnTo>
                  <a:lnTo>
                    <a:pt x="3441750" y="1219135"/>
                  </a:lnTo>
                  <a:lnTo>
                    <a:pt x="3481892" y="1198689"/>
                  </a:lnTo>
                  <a:lnTo>
                    <a:pt x="3520340" y="1175560"/>
                  </a:lnTo>
                  <a:lnTo>
                    <a:pt x="3556970" y="1149871"/>
                  </a:lnTo>
                  <a:lnTo>
                    <a:pt x="3591660" y="1121747"/>
                  </a:lnTo>
                  <a:lnTo>
                    <a:pt x="3624284" y="1091311"/>
                  </a:lnTo>
                  <a:lnTo>
                    <a:pt x="3654720" y="1058687"/>
                  </a:lnTo>
                  <a:lnTo>
                    <a:pt x="3682844" y="1023998"/>
                  </a:lnTo>
                  <a:lnTo>
                    <a:pt x="3708532" y="987367"/>
                  </a:lnTo>
                  <a:lnTo>
                    <a:pt x="3731661" y="948920"/>
                  </a:lnTo>
                  <a:lnTo>
                    <a:pt x="3752108" y="908778"/>
                  </a:lnTo>
                  <a:lnTo>
                    <a:pt x="3769747" y="867065"/>
                  </a:lnTo>
                  <a:lnTo>
                    <a:pt x="3784457" y="823906"/>
                  </a:lnTo>
                  <a:lnTo>
                    <a:pt x="3796113" y="779424"/>
                  </a:lnTo>
                  <a:lnTo>
                    <a:pt x="3804592" y="733743"/>
                  </a:lnTo>
                  <a:lnTo>
                    <a:pt x="3809669" y="687894"/>
                  </a:lnTo>
                  <a:lnTo>
                    <a:pt x="3809770" y="686985"/>
                  </a:lnTo>
                  <a:lnTo>
                    <a:pt x="3811523" y="639275"/>
                  </a:lnTo>
                  <a:lnTo>
                    <a:pt x="3809770" y="591565"/>
                  </a:lnTo>
                  <a:lnTo>
                    <a:pt x="3804592" y="544808"/>
                  </a:lnTo>
                  <a:lnTo>
                    <a:pt x="3796113" y="499126"/>
                  </a:lnTo>
                  <a:lnTo>
                    <a:pt x="3784457" y="454644"/>
                  </a:lnTo>
                  <a:lnTo>
                    <a:pt x="3769747" y="411485"/>
                  </a:lnTo>
                  <a:lnTo>
                    <a:pt x="3752108" y="369773"/>
                  </a:lnTo>
                  <a:lnTo>
                    <a:pt x="3731661" y="329631"/>
                  </a:lnTo>
                  <a:lnTo>
                    <a:pt x="3708532" y="291183"/>
                  </a:lnTo>
                  <a:lnTo>
                    <a:pt x="3682844" y="254553"/>
                  </a:lnTo>
                  <a:lnTo>
                    <a:pt x="3654720" y="219863"/>
                  </a:lnTo>
                  <a:lnTo>
                    <a:pt x="3624284" y="187239"/>
                  </a:lnTo>
                  <a:lnTo>
                    <a:pt x="3591660" y="156803"/>
                  </a:lnTo>
                  <a:lnTo>
                    <a:pt x="3556970" y="128679"/>
                  </a:lnTo>
                  <a:lnTo>
                    <a:pt x="3520340" y="102991"/>
                  </a:lnTo>
                  <a:lnTo>
                    <a:pt x="3481892" y="79862"/>
                  </a:lnTo>
                  <a:lnTo>
                    <a:pt x="3441750" y="59415"/>
                  </a:lnTo>
                  <a:lnTo>
                    <a:pt x="3400038" y="41776"/>
                  </a:lnTo>
                  <a:lnTo>
                    <a:pt x="3356879" y="27066"/>
                  </a:lnTo>
                  <a:lnTo>
                    <a:pt x="3312397" y="15410"/>
                  </a:lnTo>
                  <a:lnTo>
                    <a:pt x="3266715" y="6931"/>
                  </a:lnTo>
                  <a:lnTo>
                    <a:pt x="3219958" y="1753"/>
                  </a:lnTo>
                  <a:lnTo>
                    <a:pt x="3172248" y="0"/>
                  </a:lnTo>
                  <a:close/>
                </a:path>
                <a:path w="3811904" h="1278890">
                  <a:moveTo>
                    <a:pt x="3172248" y="0"/>
                  </a:moveTo>
                  <a:lnTo>
                    <a:pt x="639275" y="0"/>
                  </a:lnTo>
                  <a:lnTo>
                    <a:pt x="639275" y="17150"/>
                  </a:lnTo>
                  <a:lnTo>
                    <a:pt x="3172248" y="17150"/>
                  </a:lnTo>
                  <a:lnTo>
                    <a:pt x="3172248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67528" y="5961473"/>
              <a:ext cx="818515" cy="258445"/>
            </a:xfrm>
            <a:custGeom>
              <a:avLst/>
              <a:gdLst/>
              <a:ahLst/>
              <a:cxnLst/>
              <a:rect l="l" t="t" r="r" b="b"/>
              <a:pathLst>
                <a:path w="818515" h="258445">
                  <a:moveTo>
                    <a:pt x="88093" y="0"/>
                  </a:moveTo>
                  <a:lnTo>
                    <a:pt x="42682" y="12473"/>
                  </a:lnTo>
                  <a:lnTo>
                    <a:pt x="11401" y="47944"/>
                  </a:lnTo>
                  <a:lnTo>
                    <a:pt x="712" y="87264"/>
                  </a:lnTo>
                  <a:lnTo>
                    <a:pt x="0" y="102515"/>
                  </a:lnTo>
                  <a:lnTo>
                    <a:pt x="712" y="117766"/>
                  </a:lnTo>
                  <a:lnTo>
                    <a:pt x="11401" y="157086"/>
                  </a:lnTo>
                  <a:lnTo>
                    <a:pt x="42682" y="192557"/>
                  </a:lnTo>
                  <a:lnTo>
                    <a:pt x="88093" y="205031"/>
                  </a:lnTo>
                  <a:lnTo>
                    <a:pt x="95529" y="204757"/>
                  </a:lnTo>
                  <a:lnTo>
                    <a:pt x="134996" y="191820"/>
                  </a:lnTo>
                  <a:lnTo>
                    <a:pt x="146610" y="182423"/>
                  </a:lnTo>
                  <a:lnTo>
                    <a:pt x="88093" y="182423"/>
                  </a:lnTo>
                  <a:lnTo>
                    <a:pt x="79243" y="181850"/>
                  </a:lnTo>
                  <a:lnTo>
                    <a:pt x="42122" y="161934"/>
                  </a:lnTo>
                  <a:lnTo>
                    <a:pt x="25531" y="126414"/>
                  </a:lnTo>
                  <a:lnTo>
                    <a:pt x="23387" y="102515"/>
                  </a:lnTo>
                  <a:lnTo>
                    <a:pt x="23923" y="90060"/>
                  </a:lnTo>
                  <a:lnTo>
                    <a:pt x="36578" y="50551"/>
                  </a:lnTo>
                  <a:lnTo>
                    <a:pt x="70820" y="24898"/>
                  </a:lnTo>
                  <a:lnTo>
                    <a:pt x="88093" y="22607"/>
                  </a:lnTo>
                  <a:lnTo>
                    <a:pt x="146563" y="22607"/>
                  </a:lnTo>
                  <a:lnTo>
                    <a:pt x="145660" y="21670"/>
                  </a:lnTo>
                  <a:lnTo>
                    <a:pt x="109708" y="2466"/>
                  </a:lnTo>
                  <a:lnTo>
                    <a:pt x="95529" y="274"/>
                  </a:lnTo>
                  <a:lnTo>
                    <a:pt x="88093" y="0"/>
                  </a:lnTo>
                  <a:close/>
                </a:path>
                <a:path w="818515" h="258445">
                  <a:moveTo>
                    <a:pt x="168390" y="139935"/>
                  </a:moveTo>
                  <a:lnTo>
                    <a:pt x="144223" y="139935"/>
                  </a:lnTo>
                  <a:lnTo>
                    <a:pt x="142908" y="146269"/>
                  </a:lnTo>
                  <a:lnTo>
                    <a:pt x="142794" y="146822"/>
                  </a:lnTo>
                  <a:lnTo>
                    <a:pt x="113299" y="177875"/>
                  </a:lnTo>
                  <a:lnTo>
                    <a:pt x="94719" y="182423"/>
                  </a:lnTo>
                  <a:lnTo>
                    <a:pt x="146610" y="182423"/>
                  </a:lnTo>
                  <a:lnTo>
                    <a:pt x="150362" y="178500"/>
                  </a:lnTo>
                  <a:lnTo>
                    <a:pt x="154524" y="173263"/>
                  </a:lnTo>
                  <a:lnTo>
                    <a:pt x="154626" y="173135"/>
                  </a:lnTo>
                  <a:lnTo>
                    <a:pt x="166746" y="147384"/>
                  </a:lnTo>
                  <a:lnTo>
                    <a:pt x="168390" y="139935"/>
                  </a:lnTo>
                  <a:close/>
                </a:path>
                <a:path w="818515" h="258445">
                  <a:moveTo>
                    <a:pt x="146563" y="22607"/>
                  </a:moveTo>
                  <a:lnTo>
                    <a:pt x="94719" y="22607"/>
                  </a:lnTo>
                  <a:lnTo>
                    <a:pt x="101086" y="23517"/>
                  </a:lnTo>
                  <a:lnTo>
                    <a:pt x="113299" y="27155"/>
                  </a:lnTo>
                  <a:lnTo>
                    <a:pt x="118854" y="29884"/>
                  </a:lnTo>
                  <a:lnTo>
                    <a:pt x="123856" y="33522"/>
                  </a:lnTo>
                  <a:lnTo>
                    <a:pt x="128931" y="37103"/>
                  </a:lnTo>
                  <a:lnTo>
                    <a:pt x="133211" y="41512"/>
                  </a:lnTo>
                  <a:lnTo>
                    <a:pt x="136719" y="46775"/>
                  </a:lnTo>
                  <a:lnTo>
                    <a:pt x="140293" y="52037"/>
                  </a:lnTo>
                  <a:lnTo>
                    <a:pt x="142794" y="58144"/>
                  </a:lnTo>
                  <a:lnTo>
                    <a:pt x="144223" y="65095"/>
                  </a:lnTo>
                  <a:lnTo>
                    <a:pt x="168390" y="65095"/>
                  </a:lnTo>
                  <a:lnTo>
                    <a:pt x="166863" y="58144"/>
                  </a:lnTo>
                  <a:lnTo>
                    <a:pt x="166746" y="57610"/>
                  </a:lnTo>
                  <a:lnTo>
                    <a:pt x="164541" y="50551"/>
                  </a:lnTo>
                  <a:lnTo>
                    <a:pt x="161776" y="43918"/>
                  </a:lnTo>
                  <a:lnTo>
                    <a:pt x="158450" y="37712"/>
                  </a:lnTo>
                  <a:lnTo>
                    <a:pt x="154626" y="31902"/>
                  </a:lnTo>
                  <a:lnTo>
                    <a:pt x="150362" y="26554"/>
                  </a:lnTo>
                  <a:lnTo>
                    <a:pt x="146563" y="22607"/>
                  </a:lnTo>
                  <a:close/>
                </a:path>
                <a:path w="818515" h="258445">
                  <a:moveTo>
                    <a:pt x="272538" y="50673"/>
                  </a:moveTo>
                  <a:lnTo>
                    <a:pt x="264742" y="50673"/>
                  </a:lnTo>
                  <a:lnTo>
                    <a:pt x="254924" y="51294"/>
                  </a:lnTo>
                  <a:lnTo>
                    <a:pt x="215823" y="72404"/>
                  </a:lnTo>
                  <a:lnTo>
                    <a:pt x="199403" y="106998"/>
                  </a:lnTo>
                  <a:lnTo>
                    <a:pt x="197308" y="128631"/>
                  </a:lnTo>
                  <a:lnTo>
                    <a:pt x="197832" y="139777"/>
                  </a:lnTo>
                  <a:lnTo>
                    <a:pt x="199403" y="150216"/>
                  </a:lnTo>
                  <a:lnTo>
                    <a:pt x="202022" y="159949"/>
                  </a:lnTo>
                  <a:lnTo>
                    <a:pt x="205570" y="168682"/>
                  </a:lnTo>
                  <a:lnTo>
                    <a:pt x="205688" y="168975"/>
                  </a:lnTo>
                  <a:lnTo>
                    <a:pt x="237974" y="200049"/>
                  </a:lnTo>
                  <a:lnTo>
                    <a:pt x="267081" y="205420"/>
                  </a:lnTo>
                  <a:lnTo>
                    <a:pt x="274493" y="205128"/>
                  </a:lnTo>
                  <a:lnTo>
                    <a:pt x="314928" y="187490"/>
                  </a:lnTo>
                  <a:lnTo>
                    <a:pt x="317563" y="184761"/>
                  </a:lnTo>
                  <a:lnTo>
                    <a:pt x="257791" y="184761"/>
                  </a:lnTo>
                  <a:lnTo>
                    <a:pt x="249638" y="182747"/>
                  </a:lnTo>
                  <a:lnTo>
                    <a:pt x="223595" y="154668"/>
                  </a:lnTo>
                  <a:lnTo>
                    <a:pt x="220445" y="135258"/>
                  </a:lnTo>
                  <a:lnTo>
                    <a:pt x="213679" y="135258"/>
                  </a:lnTo>
                  <a:lnTo>
                    <a:pt x="213679" y="115451"/>
                  </a:lnTo>
                  <a:lnTo>
                    <a:pt x="220306" y="115451"/>
                  </a:lnTo>
                  <a:lnTo>
                    <a:pt x="220306" y="110636"/>
                  </a:lnTo>
                  <a:lnTo>
                    <a:pt x="247656" y="73605"/>
                  </a:lnTo>
                  <a:lnTo>
                    <a:pt x="255582" y="71332"/>
                  </a:lnTo>
                  <a:lnTo>
                    <a:pt x="312469" y="71332"/>
                  </a:lnTo>
                  <a:lnTo>
                    <a:pt x="308594" y="67239"/>
                  </a:lnTo>
                  <a:lnTo>
                    <a:pt x="302357" y="61392"/>
                  </a:lnTo>
                  <a:lnTo>
                    <a:pt x="295438" y="57169"/>
                  </a:lnTo>
                  <a:lnTo>
                    <a:pt x="280236" y="51972"/>
                  </a:lnTo>
                  <a:lnTo>
                    <a:pt x="272538" y="50673"/>
                  </a:lnTo>
                  <a:close/>
                </a:path>
                <a:path w="818515" h="258445">
                  <a:moveTo>
                    <a:pt x="304501" y="161374"/>
                  </a:moveTo>
                  <a:lnTo>
                    <a:pt x="273123" y="184761"/>
                  </a:lnTo>
                  <a:lnTo>
                    <a:pt x="317563" y="184761"/>
                  </a:lnTo>
                  <a:lnTo>
                    <a:pt x="320450" y="181773"/>
                  </a:lnTo>
                  <a:lnTo>
                    <a:pt x="324380" y="175146"/>
                  </a:lnTo>
                  <a:lnTo>
                    <a:pt x="326719" y="167610"/>
                  </a:lnTo>
                  <a:lnTo>
                    <a:pt x="304501" y="161374"/>
                  </a:lnTo>
                  <a:close/>
                </a:path>
                <a:path w="818515" h="258445">
                  <a:moveTo>
                    <a:pt x="220306" y="115451"/>
                  </a:moveTo>
                  <a:lnTo>
                    <a:pt x="213679" y="115451"/>
                  </a:lnTo>
                  <a:lnTo>
                    <a:pt x="213679" y="135258"/>
                  </a:lnTo>
                  <a:lnTo>
                    <a:pt x="220445" y="135258"/>
                  </a:lnTo>
                  <a:lnTo>
                    <a:pt x="220306" y="132139"/>
                  </a:lnTo>
                  <a:lnTo>
                    <a:pt x="220306" y="115451"/>
                  </a:lnTo>
                  <a:close/>
                </a:path>
                <a:path w="818515" h="258445">
                  <a:moveTo>
                    <a:pt x="312469" y="71332"/>
                  </a:moveTo>
                  <a:lnTo>
                    <a:pt x="273058" y="71332"/>
                  </a:lnTo>
                  <a:lnTo>
                    <a:pt x="280269" y="73248"/>
                  </a:lnTo>
                  <a:lnTo>
                    <a:pt x="292547" y="80914"/>
                  </a:lnTo>
                  <a:lnTo>
                    <a:pt x="297290" y="86144"/>
                  </a:lnTo>
                  <a:lnTo>
                    <a:pt x="300603" y="92770"/>
                  </a:lnTo>
                  <a:lnTo>
                    <a:pt x="303981" y="99397"/>
                  </a:lnTo>
                  <a:lnTo>
                    <a:pt x="305510" y="106218"/>
                  </a:lnTo>
                  <a:lnTo>
                    <a:pt x="305670" y="106998"/>
                  </a:lnTo>
                  <a:lnTo>
                    <a:pt x="305670" y="115451"/>
                  </a:lnTo>
                  <a:lnTo>
                    <a:pt x="220306" y="115451"/>
                  </a:lnTo>
                  <a:lnTo>
                    <a:pt x="220306" y="132139"/>
                  </a:lnTo>
                  <a:lnTo>
                    <a:pt x="220445" y="135258"/>
                  </a:lnTo>
                  <a:lnTo>
                    <a:pt x="329058" y="135258"/>
                  </a:lnTo>
                  <a:lnTo>
                    <a:pt x="329058" y="125513"/>
                  </a:lnTo>
                  <a:lnTo>
                    <a:pt x="328781" y="117473"/>
                  </a:lnTo>
                  <a:lnTo>
                    <a:pt x="328711" y="115451"/>
                  </a:lnTo>
                  <a:lnTo>
                    <a:pt x="316999" y="77325"/>
                  </a:lnTo>
                  <a:lnTo>
                    <a:pt x="313034" y="71928"/>
                  </a:lnTo>
                  <a:lnTo>
                    <a:pt x="312469" y="71332"/>
                  </a:lnTo>
                  <a:close/>
                </a:path>
                <a:path w="818515" h="258445">
                  <a:moveTo>
                    <a:pt x="387040" y="2728"/>
                  </a:moveTo>
                  <a:lnTo>
                    <a:pt x="364042" y="2728"/>
                  </a:lnTo>
                  <a:lnTo>
                    <a:pt x="364042" y="202302"/>
                  </a:lnTo>
                  <a:lnTo>
                    <a:pt x="387040" y="202302"/>
                  </a:lnTo>
                  <a:lnTo>
                    <a:pt x="387040" y="2728"/>
                  </a:lnTo>
                  <a:close/>
                </a:path>
                <a:path w="818515" h="258445">
                  <a:moveTo>
                    <a:pt x="497375" y="50673"/>
                  </a:moveTo>
                  <a:lnTo>
                    <a:pt x="489580" y="50673"/>
                  </a:lnTo>
                  <a:lnTo>
                    <a:pt x="479762" y="51294"/>
                  </a:lnTo>
                  <a:lnTo>
                    <a:pt x="440661" y="72404"/>
                  </a:lnTo>
                  <a:lnTo>
                    <a:pt x="424240" y="106998"/>
                  </a:lnTo>
                  <a:lnTo>
                    <a:pt x="422145" y="128631"/>
                  </a:lnTo>
                  <a:lnTo>
                    <a:pt x="422669" y="139777"/>
                  </a:lnTo>
                  <a:lnTo>
                    <a:pt x="424240" y="150216"/>
                  </a:lnTo>
                  <a:lnTo>
                    <a:pt x="426859" y="159949"/>
                  </a:lnTo>
                  <a:lnTo>
                    <a:pt x="430407" y="168682"/>
                  </a:lnTo>
                  <a:lnTo>
                    <a:pt x="430526" y="168975"/>
                  </a:lnTo>
                  <a:lnTo>
                    <a:pt x="462812" y="200049"/>
                  </a:lnTo>
                  <a:lnTo>
                    <a:pt x="491918" y="205420"/>
                  </a:lnTo>
                  <a:lnTo>
                    <a:pt x="499330" y="205128"/>
                  </a:lnTo>
                  <a:lnTo>
                    <a:pt x="539765" y="187490"/>
                  </a:lnTo>
                  <a:lnTo>
                    <a:pt x="542401" y="184761"/>
                  </a:lnTo>
                  <a:lnTo>
                    <a:pt x="482628" y="184761"/>
                  </a:lnTo>
                  <a:lnTo>
                    <a:pt x="474475" y="182747"/>
                  </a:lnTo>
                  <a:lnTo>
                    <a:pt x="448432" y="154668"/>
                  </a:lnTo>
                  <a:lnTo>
                    <a:pt x="445283" y="135258"/>
                  </a:lnTo>
                  <a:lnTo>
                    <a:pt x="438517" y="135258"/>
                  </a:lnTo>
                  <a:lnTo>
                    <a:pt x="438517" y="115451"/>
                  </a:lnTo>
                  <a:lnTo>
                    <a:pt x="445143" y="115451"/>
                  </a:lnTo>
                  <a:lnTo>
                    <a:pt x="445143" y="110636"/>
                  </a:lnTo>
                  <a:lnTo>
                    <a:pt x="472494" y="73605"/>
                  </a:lnTo>
                  <a:lnTo>
                    <a:pt x="480419" y="71332"/>
                  </a:lnTo>
                  <a:lnTo>
                    <a:pt x="537306" y="71332"/>
                  </a:lnTo>
                  <a:lnTo>
                    <a:pt x="533431" y="67239"/>
                  </a:lnTo>
                  <a:lnTo>
                    <a:pt x="527195" y="61392"/>
                  </a:lnTo>
                  <a:lnTo>
                    <a:pt x="520276" y="57169"/>
                  </a:lnTo>
                  <a:lnTo>
                    <a:pt x="505074" y="51972"/>
                  </a:lnTo>
                  <a:lnTo>
                    <a:pt x="497375" y="50673"/>
                  </a:lnTo>
                  <a:close/>
                </a:path>
                <a:path w="818515" h="258445">
                  <a:moveTo>
                    <a:pt x="529338" y="161374"/>
                  </a:moveTo>
                  <a:lnTo>
                    <a:pt x="497960" y="184761"/>
                  </a:lnTo>
                  <a:lnTo>
                    <a:pt x="542401" y="184761"/>
                  </a:lnTo>
                  <a:lnTo>
                    <a:pt x="545287" y="181773"/>
                  </a:lnTo>
                  <a:lnTo>
                    <a:pt x="549218" y="175146"/>
                  </a:lnTo>
                  <a:lnTo>
                    <a:pt x="551557" y="167610"/>
                  </a:lnTo>
                  <a:lnTo>
                    <a:pt x="529338" y="161374"/>
                  </a:lnTo>
                  <a:close/>
                </a:path>
                <a:path w="818515" h="258445">
                  <a:moveTo>
                    <a:pt x="445143" y="115451"/>
                  </a:moveTo>
                  <a:lnTo>
                    <a:pt x="438517" y="115451"/>
                  </a:lnTo>
                  <a:lnTo>
                    <a:pt x="438517" y="135258"/>
                  </a:lnTo>
                  <a:lnTo>
                    <a:pt x="445283" y="135258"/>
                  </a:lnTo>
                  <a:lnTo>
                    <a:pt x="445143" y="132139"/>
                  </a:lnTo>
                  <a:lnTo>
                    <a:pt x="445143" y="115451"/>
                  </a:lnTo>
                  <a:close/>
                </a:path>
                <a:path w="818515" h="258445">
                  <a:moveTo>
                    <a:pt x="537306" y="71332"/>
                  </a:moveTo>
                  <a:lnTo>
                    <a:pt x="497895" y="71332"/>
                  </a:lnTo>
                  <a:lnTo>
                    <a:pt x="505106" y="73248"/>
                  </a:lnTo>
                  <a:lnTo>
                    <a:pt x="517385" y="80914"/>
                  </a:lnTo>
                  <a:lnTo>
                    <a:pt x="522127" y="86144"/>
                  </a:lnTo>
                  <a:lnTo>
                    <a:pt x="525441" y="92770"/>
                  </a:lnTo>
                  <a:lnTo>
                    <a:pt x="528819" y="99397"/>
                  </a:lnTo>
                  <a:lnTo>
                    <a:pt x="530348" y="106218"/>
                  </a:lnTo>
                  <a:lnTo>
                    <a:pt x="530508" y="106998"/>
                  </a:lnTo>
                  <a:lnTo>
                    <a:pt x="530508" y="115451"/>
                  </a:lnTo>
                  <a:lnTo>
                    <a:pt x="445143" y="115451"/>
                  </a:lnTo>
                  <a:lnTo>
                    <a:pt x="445143" y="132139"/>
                  </a:lnTo>
                  <a:lnTo>
                    <a:pt x="445283" y="135258"/>
                  </a:lnTo>
                  <a:lnTo>
                    <a:pt x="553895" y="135258"/>
                  </a:lnTo>
                  <a:lnTo>
                    <a:pt x="553895" y="125513"/>
                  </a:lnTo>
                  <a:lnTo>
                    <a:pt x="553618" y="117473"/>
                  </a:lnTo>
                  <a:lnTo>
                    <a:pt x="553548" y="115451"/>
                  </a:lnTo>
                  <a:lnTo>
                    <a:pt x="552595" y="106998"/>
                  </a:lnTo>
                  <a:lnTo>
                    <a:pt x="552507" y="106218"/>
                  </a:lnTo>
                  <a:lnTo>
                    <a:pt x="537871" y="71928"/>
                  </a:lnTo>
                  <a:lnTo>
                    <a:pt x="537306" y="71332"/>
                  </a:lnTo>
                  <a:close/>
                </a:path>
                <a:path w="818515" h="258445">
                  <a:moveTo>
                    <a:pt x="611097" y="52622"/>
                  </a:moveTo>
                  <a:lnTo>
                    <a:pt x="588879" y="52622"/>
                  </a:lnTo>
                  <a:lnTo>
                    <a:pt x="588879" y="202302"/>
                  </a:lnTo>
                  <a:lnTo>
                    <a:pt x="611877" y="202302"/>
                  </a:lnTo>
                  <a:lnTo>
                    <a:pt x="611877" y="100826"/>
                  </a:lnTo>
                  <a:lnTo>
                    <a:pt x="613501" y="94817"/>
                  </a:lnTo>
                  <a:lnTo>
                    <a:pt x="620063" y="84227"/>
                  </a:lnTo>
                  <a:lnTo>
                    <a:pt x="624545" y="80069"/>
                  </a:lnTo>
                  <a:lnTo>
                    <a:pt x="633664" y="75230"/>
                  </a:lnTo>
                  <a:lnTo>
                    <a:pt x="611097" y="75230"/>
                  </a:lnTo>
                  <a:lnTo>
                    <a:pt x="611097" y="52622"/>
                  </a:lnTo>
                  <a:close/>
                </a:path>
                <a:path w="818515" h="258445">
                  <a:moveTo>
                    <a:pt x="662420" y="50543"/>
                  </a:moveTo>
                  <a:lnTo>
                    <a:pt x="641763" y="50543"/>
                  </a:lnTo>
                  <a:lnTo>
                    <a:pt x="634565" y="52622"/>
                  </a:lnTo>
                  <a:lnTo>
                    <a:pt x="620323" y="61814"/>
                  </a:lnTo>
                  <a:lnTo>
                    <a:pt x="615385" y="67823"/>
                  </a:lnTo>
                  <a:lnTo>
                    <a:pt x="612657" y="75230"/>
                  </a:lnTo>
                  <a:lnTo>
                    <a:pt x="633664" y="75230"/>
                  </a:lnTo>
                  <a:lnTo>
                    <a:pt x="635853" y="74060"/>
                  </a:lnTo>
                  <a:lnTo>
                    <a:pt x="636605" y="73865"/>
                  </a:lnTo>
                  <a:lnTo>
                    <a:pt x="642411" y="72501"/>
                  </a:lnTo>
                  <a:lnTo>
                    <a:pt x="663720" y="72501"/>
                  </a:lnTo>
                  <a:lnTo>
                    <a:pt x="663720" y="50673"/>
                  </a:lnTo>
                  <a:lnTo>
                    <a:pt x="662420" y="50543"/>
                  </a:lnTo>
                  <a:close/>
                </a:path>
                <a:path w="818515" h="258445">
                  <a:moveTo>
                    <a:pt x="663720" y="72501"/>
                  </a:moveTo>
                  <a:lnTo>
                    <a:pt x="652740" y="72501"/>
                  </a:lnTo>
                  <a:lnTo>
                    <a:pt x="655631" y="72728"/>
                  </a:lnTo>
                  <a:lnTo>
                    <a:pt x="658360" y="73183"/>
                  </a:lnTo>
                  <a:lnTo>
                    <a:pt x="661153" y="73573"/>
                  </a:lnTo>
                  <a:lnTo>
                    <a:pt x="662940" y="73865"/>
                  </a:lnTo>
                  <a:lnTo>
                    <a:pt x="663720" y="74060"/>
                  </a:lnTo>
                  <a:lnTo>
                    <a:pt x="663720" y="72501"/>
                  </a:lnTo>
                  <a:close/>
                </a:path>
                <a:path w="818515" h="258445">
                  <a:moveTo>
                    <a:pt x="699434" y="235434"/>
                  </a:moveTo>
                  <a:lnTo>
                    <a:pt x="693587" y="255704"/>
                  </a:lnTo>
                  <a:lnTo>
                    <a:pt x="694757" y="256288"/>
                  </a:lnTo>
                  <a:lnTo>
                    <a:pt x="696868" y="256873"/>
                  </a:lnTo>
                  <a:lnTo>
                    <a:pt x="699922" y="257458"/>
                  </a:lnTo>
                  <a:lnTo>
                    <a:pt x="702975" y="258107"/>
                  </a:lnTo>
                  <a:lnTo>
                    <a:pt x="706451" y="258432"/>
                  </a:lnTo>
                  <a:lnTo>
                    <a:pt x="717300" y="258432"/>
                  </a:lnTo>
                  <a:lnTo>
                    <a:pt x="723537" y="257198"/>
                  </a:lnTo>
                  <a:lnTo>
                    <a:pt x="734646" y="252261"/>
                  </a:lnTo>
                  <a:lnTo>
                    <a:pt x="739551" y="248460"/>
                  </a:lnTo>
                  <a:lnTo>
                    <a:pt x="743773" y="243328"/>
                  </a:lnTo>
                  <a:lnTo>
                    <a:pt x="747996" y="238260"/>
                  </a:lnTo>
                  <a:lnTo>
                    <a:pt x="748481" y="237383"/>
                  </a:lnTo>
                  <a:lnTo>
                    <a:pt x="709959" y="237383"/>
                  </a:lnTo>
                  <a:lnTo>
                    <a:pt x="705021" y="236864"/>
                  </a:lnTo>
                  <a:lnTo>
                    <a:pt x="699434" y="235434"/>
                  </a:lnTo>
                  <a:close/>
                </a:path>
                <a:path w="818515" h="258445">
                  <a:moveTo>
                    <a:pt x="708789" y="52622"/>
                  </a:moveTo>
                  <a:lnTo>
                    <a:pt x="683843" y="52622"/>
                  </a:lnTo>
                  <a:lnTo>
                    <a:pt x="739193" y="203082"/>
                  </a:lnTo>
                  <a:lnTo>
                    <a:pt x="732112" y="222376"/>
                  </a:lnTo>
                  <a:lnTo>
                    <a:pt x="729026" y="227866"/>
                  </a:lnTo>
                  <a:lnTo>
                    <a:pt x="725648" y="231244"/>
                  </a:lnTo>
                  <a:lnTo>
                    <a:pt x="722335" y="234687"/>
                  </a:lnTo>
                  <a:lnTo>
                    <a:pt x="718534" y="236604"/>
                  </a:lnTo>
                  <a:lnTo>
                    <a:pt x="709959" y="237383"/>
                  </a:lnTo>
                  <a:lnTo>
                    <a:pt x="748481" y="237383"/>
                  </a:lnTo>
                  <a:lnTo>
                    <a:pt x="751537" y="231861"/>
                  </a:lnTo>
                  <a:lnTo>
                    <a:pt x="773748" y="171898"/>
                  </a:lnTo>
                  <a:lnTo>
                    <a:pt x="750107" y="171898"/>
                  </a:lnTo>
                  <a:lnTo>
                    <a:pt x="708789" y="52622"/>
                  </a:lnTo>
                  <a:close/>
                </a:path>
                <a:path w="818515" h="258445">
                  <a:moveTo>
                    <a:pt x="817931" y="52622"/>
                  </a:moveTo>
                  <a:lnTo>
                    <a:pt x="792985" y="52622"/>
                  </a:lnTo>
                  <a:lnTo>
                    <a:pt x="751667" y="171898"/>
                  </a:lnTo>
                  <a:lnTo>
                    <a:pt x="773748" y="171898"/>
                  </a:lnTo>
                  <a:lnTo>
                    <a:pt x="817931" y="52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8851900" y="5422900"/>
            <a:ext cx="3811904" cy="1278890"/>
            <a:chOff x="8851900" y="5422900"/>
            <a:chExt cx="3811904" cy="1278890"/>
          </a:xfrm>
        </p:grpSpPr>
        <p:sp>
          <p:nvSpPr>
            <p:cNvPr id="13" name="object 13"/>
            <p:cNvSpPr/>
            <p:nvPr/>
          </p:nvSpPr>
          <p:spPr>
            <a:xfrm>
              <a:off x="8851900" y="5422900"/>
              <a:ext cx="3811904" cy="1278890"/>
            </a:xfrm>
            <a:custGeom>
              <a:avLst/>
              <a:gdLst/>
              <a:ahLst/>
              <a:cxnLst/>
              <a:rect l="l" t="t" r="r" b="b"/>
              <a:pathLst>
                <a:path w="3811904" h="1278890">
                  <a:moveTo>
                    <a:pt x="639275" y="0"/>
                  </a:moveTo>
                  <a:lnTo>
                    <a:pt x="591565" y="1753"/>
                  </a:lnTo>
                  <a:lnTo>
                    <a:pt x="544808" y="6931"/>
                  </a:lnTo>
                  <a:lnTo>
                    <a:pt x="499126" y="15410"/>
                  </a:lnTo>
                  <a:lnTo>
                    <a:pt x="454644" y="27066"/>
                  </a:lnTo>
                  <a:lnTo>
                    <a:pt x="411485" y="41776"/>
                  </a:lnTo>
                  <a:lnTo>
                    <a:pt x="369773" y="59415"/>
                  </a:lnTo>
                  <a:lnTo>
                    <a:pt x="329631" y="79862"/>
                  </a:lnTo>
                  <a:lnTo>
                    <a:pt x="291183" y="102991"/>
                  </a:lnTo>
                  <a:lnTo>
                    <a:pt x="254553" y="128679"/>
                  </a:lnTo>
                  <a:lnTo>
                    <a:pt x="219863" y="156803"/>
                  </a:lnTo>
                  <a:lnTo>
                    <a:pt x="187239" y="187239"/>
                  </a:lnTo>
                  <a:lnTo>
                    <a:pt x="156803" y="219863"/>
                  </a:lnTo>
                  <a:lnTo>
                    <a:pt x="128679" y="254553"/>
                  </a:lnTo>
                  <a:lnTo>
                    <a:pt x="102991" y="291183"/>
                  </a:lnTo>
                  <a:lnTo>
                    <a:pt x="79862" y="329631"/>
                  </a:lnTo>
                  <a:lnTo>
                    <a:pt x="59415" y="369773"/>
                  </a:lnTo>
                  <a:lnTo>
                    <a:pt x="41776" y="411485"/>
                  </a:lnTo>
                  <a:lnTo>
                    <a:pt x="27066" y="454644"/>
                  </a:lnTo>
                  <a:lnTo>
                    <a:pt x="15410" y="499126"/>
                  </a:lnTo>
                  <a:lnTo>
                    <a:pt x="6931" y="544808"/>
                  </a:lnTo>
                  <a:lnTo>
                    <a:pt x="1854" y="590656"/>
                  </a:lnTo>
                  <a:lnTo>
                    <a:pt x="1753" y="591565"/>
                  </a:lnTo>
                  <a:lnTo>
                    <a:pt x="0" y="639275"/>
                  </a:lnTo>
                  <a:lnTo>
                    <a:pt x="1753" y="686985"/>
                  </a:lnTo>
                  <a:lnTo>
                    <a:pt x="6931" y="733743"/>
                  </a:lnTo>
                  <a:lnTo>
                    <a:pt x="15410" y="779424"/>
                  </a:lnTo>
                  <a:lnTo>
                    <a:pt x="27066" y="823906"/>
                  </a:lnTo>
                  <a:lnTo>
                    <a:pt x="41776" y="867065"/>
                  </a:lnTo>
                  <a:lnTo>
                    <a:pt x="59415" y="908778"/>
                  </a:lnTo>
                  <a:lnTo>
                    <a:pt x="79862" y="948920"/>
                  </a:lnTo>
                  <a:lnTo>
                    <a:pt x="102991" y="987367"/>
                  </a:lnTo>
                  <a:lnTo>
                    <a:pt x="128679" y="1023998"/>
                  </a:lnTo>
                  <a:lnTo>
                    <a:pt x="156803" y="1058687"/>
                  </a:lnTo>
                  <a:lnTo>
                    <a:pt x="187239" y="1091311"/>
                  </a:lnTo>
                  <a:lnTo>
                    <a:pt x="219863" y="1121747"/>
                  </a:lnTo>
                  <a:lnTo>
                    <a:pt x="254553" y="1149871"/>
                  </a:lnTo>
                  <a:lnTo>
                    <a:pt x="291183" y="1175560"/>
                  </a:lnTo>
                  <a:lnTo>
                    <a:pt x="329631" y="1198689"/>
                  </a:lnTo>
                  <a:lnTo>
                    <a:pt x="369773" y="1219135"/>
                  </a:lnTo>
                  <a:lnTo>
                    <a:pt x="411485" y="1236775"/>
                  </a:lnTo>
                  <a:lnTo>
                    <a:pt x="454644" y="1251485"/>
                  </a:lnTo>
                  <a:lnTo>
                    <a:pt x="499126" y="1263141"/>
                  </a:lnTo>
                  <a:lnTo>
                    <a:pt x="544808" y="1271620"/>
                  </a:lnTo>
                  <a:lnTo>
                    <a:pt x="591565" y="1276797"/>
                  </a:lnTo>
                  <a:lnTo>
                    <a:pt x="639275" y="1278551"/>
                  </a:lnTo>
                  <a:lnTo>
                    <a:pt x="639275" y="1261400"/>
                  </a:lnTo>
                  <a:lnTo>
                    <a:pt x="590656" y="1259528"/>
                  </a:lnTo>
                  <a:lnTo>
                    <a:pt x="543061" y="1254005"/>
                  </a:lnTo>
                  <a:lnTo>
                    <a:pt x="496627" y="1244969"/>
                  </a:lnTo>
                  <a:lnTo>
                    <a:pt x="451494" y="1232559"/>
                  </a:lnTo>
                  <a:lnTo>
                    <a:pt x="407799" y="1216912"/>
                  </a:lnTo>
                  <a:lnTo>
                    <a:pt x="365680" y="1198167"/>
                  </a:lnTo>
                  <a:lnTo>
                    <a:pt x="325277" y="1176462"/>
                  </a:lnTo>
                  <a:lnTo>
                    <a:pt x="286726" y="1151936"/>
                  </a:lnTo>
                  <a:lnTo>
                    <a:pt x="250168" y="1124726"/>
                  </a:lnTo>
                  <a:lnTo>
                    <a:pt x="215739" y="1094972"/>
                  </a:lnTo>
                  <a:lnTo>
                    <a:pt x="183578" y="1062811"/>
                  </a:lnTo>
                  <a:lnTo>
                    <a:pt x="153824" y="1028383"/>
                  </a:lnTo>
                  <a:lnTo>
                    <a:pt x="126615" y="991824"/>
                  </a:lnTo>
                  <a:lnTo>
                    <a:pt x="102089" y="953274"/>
                  </a:lnTo>
                  <a:lnTo>
                    <a:pt x="80384" y="912870"/>
                  </a:lnTo>
                  <a:lnTo>
                    <a:pt x="61639" y="870751"/>
                  </a:lnTo>
                  <a:lnTo>
                    <a:pt x="45992" y="827056"/>
                  </a:lnTo>
                  <a:lnTo>
                    <a:pt x="33581" y="781923"/>
                  </a:lnTo>
                  <a:lnTo>
                    <a:pt x="24545" y="735489"/>
                  </a:lnTo>
                  <a:lnTo>
                    <a:pt x="19022" y="687894"/>
                  </a:lnTo>
                  <a:lnTo>
                    <a:pt x="17150" y="639275"/>
                  </a:lnTo>
                  <a:lnTo>
                    <a:pt x="18987" y="591565"/>
                  </a:lnTo>
                  <a:lnTo>
                    <a:pt x="19022" y="590656"/>
                  </a:lnTo>
                  <a:lnTo>
                    <a:pt x="24545" y="543061"/>
                  </a:lnTo>
                  <a:lnTo>
                    <a:pt x="33581" y="496628"/>
                  </a:lnTo>
                  <a:lnTo>
                    <a:pt x="45992" y="451494"/>
                  </a:lnTo>
                  <a:lnTo>
                    <a:pt x="61639" y="407799"/>
                  </a:lnTo>
                  <a:lnTo>
                    <a:pt x="80384" y="365680"/>
                  </a:lnTo>
                  <a:lnTo>
                    <a:pt x="102089" y="325277"/>
                  </a:lnTo>
                  <a:lnTo>
                    <a:pt x="126615" y="286727"/>
                  </a:lnTo>
                  <a:lnTo>
                    <a:pt x="153824" y="250168"/>
                  </a:lnTo>
                  <a:lnTo>
                    <a:pt x="183578" y="215739"/>
                  </a:lnTo>
                  <a:lnTo>
                    <a:pt x="215739" y="183578"/>
                  </a:lnTo>
                  <a:lnTo>
                    <a:pt x="250168" y="153824"/>
                  </a:lnTo>
                  <a:lnTo>
                    <a:pt x="286727" y="126615"/>
                  </a:lnTo>
                  <a:lnTo>
                    <a:pt x="325277" y="102089"/>
                  </a:lnTo>
                  <a:lnTo>
                    <a:pt x="365680" y="80384"/>
                  </a:lnTo>
                  <a:lnTo>
                    <a:pt x="407799" y="61639"/>
                  </a:lnTo>
                  <a:lnTo>
                    <a:pt x="451494" y="45992"/>
                  </a:lnTo>
                  <a:lnTo>
                    <a:pt x="496628" y="33581"/>
                  </a:lnTo>
                  <a:lnTo>
                    <a:pt x="543061" y="24545"/>
                  </a:lnTo>
                  <a:lnTo>
                    <a:pt x="590657" y="19022"/>
                  </a:lnTo>
                  <a:lnTo>
                    <a:pt x="639275" y="17150"/>
                  </a:lnTo>
                  <a:lnTo>
                    <a:pt x="639275" y="0"/>
                  </a:lnTo>
                  <a:close/>
                </a:path>
                <a:path w="3811904" h="1278890">
                  <a:moveTo>
                    <a:pt x="3172248" y="1261400"/>
                  </a:moveTo>
                  <a:lnTo>
                    <a:pt x="639275" y="1261400"/>
                  </a:lnTo>
                  <a:lnTo>
                    <a:pt x="639275" y="1278551"/>
                  </a:lnTo>
                  <a:lnTo>
                    <a:pt x="3172248" y="1278551"/>
                  </a:lnTo>
                  <a:lnTo>
                    <a:pt x="3172248" y="1261400"/>
                  </a:lnTo>
                  <a:close/>
                </a:path>
                <a:path w="3811904" h="1278890">
                  <a:moveTo>
                    <a:pt x="3172248" y="0"/>
                  </a:moveTo>
                  <a:lnTo>
                    <a:pt x="3172248" y="17150"/>
                  </a:lnTo>
                  <a:lnTo>
                    <a:pt x="3220867" y="19022"/>
                  </a:lnTo>
                  <a:lnTo>
                    <a:pt x="3268462" y="24545"/>
                  </a:lnTo>
                  <a:lnTo>
                    <a:pt x="3314895" y="33581"/>
                  </a:lnTo>
                  <a:lnTo>
                    <a:pt x="3360029" y="45992"/>
                  </a:lnTo>
                  <a:lnTo>
                    <a:pt x="3403724" y="61639"/>
                  </a:lnTo>
                  <a:lnTo>
                    <a:pt x="3445843" y="80384"/>
                  </a:lnTo>
                  <a:lnTo>
                    <a:pt x="3486246" y="102089"/>
                  </a:lnTo>
                  <a:lnTo>
                    <a:pt x="3524796" y="126615"/>
                  </a:lnTo>
                  <a:lnTo>
                    <a:pt x="3561355" y="153824"/>
                  </a:lnTo>
                  <a:lnTo>
                    <a:pt x="3595784" y="183578"/>
                  </a:lnTo>
                  <a:lnTo>
                    <a:pt x="3627945" y="215739"/>
                  </a:lnTo>
                  <a:lnTo>
                    <a:pt x="3657699" y="250168"/>
                  </a:lnTo>
                  <a:lnTo>
                    <a:pt x="3684908" y="286727"/>
                  </a:lnTo>
                  <a:lnTo>
                    <a:pt x="3709434" y="325277"/>
                  </a:lnTo>
                  <a:lnTo>
                    <a:pt x="3731139" y="365680"/>
                  </a:lnTo>
                  <a:lnTo>
                    <a:pt x="3749884" y="407799"/>
                  </a:lnTo>
                  <a:lnTo>
                    <a:pt x="3765531" y="451494"/>
                  </a:lnTo>
                  <a:lnTo>
                    <a:pt x="3777942" y="496628"/>
                  </a:lnTo>
                  <a:lnTo>
                    <a:pt x="3786978" y="543061"/>
                  </a:lnTo>
                  <a:lnTo>
                    <a:pt x="3792501" y="590656"/>
                  </a:lnTo>
                  <a:lnTo>
                    <a:pt x="3794373" y="639275"/>
                  </a:lnTo>
                  <a:lnTo>
                    <a:pt x="3792536" y="686985"/>
                  </a:lnTo>
                  <a:lnTo>
                    <a:pt x="3792501" y="687894"/>
                  </a:lnTo>
                  <a:lnTo>
                    <a:pt x="3786978" y="735489"/>
                  </a:lnTo>
                  <a:lnTo>
                    <a:pt x="3777942" y="781923"/>
                  </a:lnTo>
                  <a:lnTo>
                    <a:pt x="3765531" y="827056"/>
                  </a:lnTo>
                  <a:lnTo>
                    <a:pt x="3749884" y="870751"/>
                  </a:lnTo>
                  <a:lnTo>
                    <a:pt x="3731139" y="912870"/>
                  </a:lnTo>
                  <a:lnTo>
                    <a:pt x="3709434" y="953274"/>
                  </a:lnTo>
                  <a:lnTo>
                    <a:pt x="3684908" y="991824"/>
                  </a:lnTo>
                  <a:lnTo>
                    <a:pt x="3657699" y="1028383"/>
                  </a:lnTo>
                  <a:lnTo>
                    <a:pt x="3627944" y="1062811"/>
                  </a:lnTo>
                  <a:lnTo>
                    <a:pt x="3595784" y="1094972"/>
                  </a:lnTo>
                  <a:lnTo>
                    <a:pt x="3561355" y="1124726"/>
                  </a:lnTo>
                  <a:lnTo>
                    <a:pt x="3524796" y="1151936"/>
                  </a:lnTo>
                  <a:lnTo>
                    <a:pt x="3486246" y="1176462"/>
                  </a:lnTo>
                  <a:lnTo>
                    <a:pt x="3445842" y="1198167"/>
                  </a:lnTo>
                  <a:lnTo>
                    <a:pt x="3403724" y="1216912"/>
                  </a:lnTo>
                  <a:lnTo>
                    <a:pt x="3360029" y="1232559"/>
                  </a:lnTo>
                  <a:lnTo>
                    <a:pt x="3314895" y="1244969"/>
                  </a:lnTo>
                  <a:lnTo>
                    <a:pt x="3268462" y="1254005"/>
                  </a:lnTo>
                  <a:lnTo>
                    <a:pt x="3220866" y="1259528"/>
                  </a:lnTo>
                  <a:lnTo>
                    <a:pt x="3172248" y="1261400"/>
                  </a:lnTo>
                  <a:lnTo>
                    <a:pt x="3172248" y="1278551"/>
                  </a:lnTo>
                  <a:lnTo>
                    <a:pt x="3219958" y="1276797"/>
                  </a:lnTo>
                  <a:lnTo>
                    <a:pt x="3266715" y="1271620"/>
                  </a:lnTo>
                  <a:lnTo>
                    <a:pt x="3312397" y="1263141"/>
                  </a:lnTo>
                  <a:lnTo>
                    <a:pt x="3356879" y="1251485"/>
                  </a:lnTo>
                  <a:lnTo>
                    <a:pt x="3400038" y="1236775"/>
                  </a:lnTo>
                  <a:lnTo>
                    <a:pt x="3441750" y="1219135"/>
                  </a:lnTo>
                  <a:lnTo>
                    <a:pt x="3481892" y="1198689"/>
                  </a:lnTo>
                  <a:lnTo>
                    <a:pt x="3520340" y="1175560"/>
                  </a:lnTo>
                  <a:lnTo>
                    <a:pt x="3556970" y="1149871"/>
                  </a:lnTo>
                  <a:lnTo>
                    <a:pt x="3591660" y="1121747"/>
                  </a:lnTo>
                  <a:lnTo>
                    <a:pt x="3624284" y="1091311"/>
                  </a:lnTo>
                  <a:lnTo>
                    <a:pt x="3654720" y="1058687"/>
                  </a:lnTo>
                  <a:lnTo>
                    <a:pt x="3682844" y="1023998"/>
                  </a:lnTo>
                  <a:lnTo>
                    <a:pt x="3708532" y="987367"/>
                  </a:lnTo>
                  <a:lnTo>
                    <a:pt x="3731661" y="948920"/>
                  </a:lnTo>
                  <a:lnTo>
                    <a:pt x="3752108" y="908778"/>
                  </a:lnTo>
                  <a:lnTo>
                    <a:pt x="3769747" y="867065"/>
                  </a:lnTo>
                  <a:lnTo>
                    <a:pt x="3784457" y="823906"/>
                  </a:lnTo>
                  <a:lnTo>
                    <a:pt x="3796113" y="779424"/>
                  </a:lnTo>
                  <a:lnTo>
                    <a:pt x="3804592" y="733743"/>
                  </a:lnTo>
                  <a:lnTo>
                    <a:pt x="3809669" y="687894"/>
                  </a:lnTo>
                  <a:lnTo>
                    <a:pt x="3809770" y="686985"/>
                  </a:lnTo>
                  <a:lnTo>
                    <a:pt x="3811523" y="639275"/>
                  </a:lnTo>
                  <a:lnTo>
                    <a:pt x="3809770" y="591565"/>
                  </a:lnTo>
                  <a:lnTo>
                    <a:pt x="3804592" y="544808"/>
                  </a:lnTo>
                  <a:lnTo>
                    <a:pt x="3796113" y="499126"/>
                  </a:lnTo>
                  <a:lnTo>
                    <a:pt x="3784457" y="454644"/>
                  </a:lnTo>
                  <a:lnTo>
                    <a:pt x="3769747" y="411485"/>
                  </a:lnTo>
                  <a:lnTo>
                    <a:pt x="3752108" y="369773"/>
                  </a:lnTo>
                  <a:lnTo>
                    <a:pt x="3731661" y="329631"/>
                  </a:lnTo>
                  <a:lnTo>
                    <a:pt x="3708532" y="291183"/>
                  </a:lnTo>
                  <a:lnTo>
                    <a:pt x="3682844" y="254553"/>
                  </a:lnTo>
                  <a:lnTo>
                    <a:pt x="3654720" y="219863"/>
                  </a:lnTo>
                  <a:lnTo>
                    <a:pt x="3624284" y="187239"/>
                  </a:lnTo>
                  <a:lnTo>
                    <a:pt x="3591660" y="156803"/>
                  </a:lnTo>
                  <a:lnTo>
                    <a:pt x="3556970" y="128679"/>
                  </a:lnTo>
                  <a:lnTo>
                    <a:pt x="3520340" y="102991"/>
                  </a:lnTo>
                  <a:lnTo>
                    <a:pt x="3481892" y="79862"/>
                  </a:lnTo>
                  <a:lnTo>
                    <a:pt x="3441750" y="59415"/>
                  </a:lnTo>
                  <a:lnTo>
                    <a:pt x="3400038" y="41776"/>
                  </a:lnTo>
                  <a:lnTo>
                    <a:pt x="3356879" y="27066"/>
                  </a:lnTo>
                  <a:lnTo>
                    <a:pt x="3312397" y="15410"/>
                  </a:lnTo>
                  <a:lnTo>
                    <a:pt x="3266715" y="6931"/>
                  </a:lnTo>
                  <a:lnTo>
                    <a:pt x="3219958" y="1753"/>
                  </a:lnTo>
                  <a:lnTo>
                    <a:pt x="3172248" y="0"/>
                  </a:lnTo>
                  <a:close/>
                </a:path>
                <a:path w="3811904" h="1278890">
                  <a:moveTo>
                    <a:pt x="3172248" y="0"/>
                  </a:moveTo>
                  <a:lnTo>
                    <a:pt x="639275" y="0"/>
                  </a:lnTo>
                  <a:lnTo>
                    <a:pt x="639275" y="17150"/>
                  </a:lnTo>
                  <a:lnTo>
                    <a:pt x="3172248" y="17150"/>
                  </a:lnTo>
                  <a:lnTo>
                    <a:pt x="3172248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425546" y="5957964"/>
              <a:ext cx="675005" cy="209550"/>
            </a:xfrm>
            <a:custGeom>
              <a:avLst/>
              <a:gdLst/>
              <a:ahLst/>
              <a:cxnLst/>
              <a:rect l="l" t="t" r="r" b="b"/>
              <a:pathLst>
                <a:path w="675004" h="209550">
                  <a:moveTo>
                    <a:pt x="67434" y="6236"/>
                  </a:moveTo>
                  <a:lnTo>
                    <a:pt x="0" y="6236"/>
                  </a:lnTo>
                  <a:lnTo>
                    <a:pt x="0" y="205810"/>
                  </a:lnTo>
                  <a:lnTo>
                    <a:pt x="24167" y="205810"/>
                  </a:lnTo>
                  <a:lnTo>
                    <a:pt x="24167" y="127852"/>
                  </a:lnTo>
                  <a:lnTo>
                    <a:pt x="13252" y="127852"/>
                  </a:lnTo>
                  <a:lnTo>
                    <a:pt x="13252" y="106023"/>
                  </a:lnTo>
                  <a:lnTo>
                    <a:pt x="24167" y="106023"/>
                  </a:lnTo>
                  <a:lnTo>
                    <a:pt x="24167" y="27675"/>
                  </a:lnTo>
                  <a:lnTo>
                    <a:pt x="122438" y="27675"/>
                  </a:lnTo>
                  <a:lnTo>
                    <a:pt x="88726" y="8234"/>
                  </a:lnTo>
                  <a:lnTo>
                    <a:pt x="78604" y="6736"/>
                  </a:lnTo>
                  <a:lnTo>
                    <a:pt x="67434" y="6236"/>
                  </a:lnTo>
                  <a:close/>
                </a:path>
                <a:path w="675004" h="209550">
                  <a:moveTo>
                    <a:pt x="97974" y="123521"/>
                  </a:moveTo>
                  <a:lnTo>
                    <a:pt x="88945" y="125927"/>
                  </a:lnTo>
                  <a:lnTo>
                    <a:pt x="78902" y="127370"/>
                  </a:lnTo>
                  <a:lnTo>
                    <a:pt x="72841" y="127634"/>
                  </a:lnTo>
                  <a:lnTo>
                    <a:pt x="114988" y="205810"/>
                  </a:lnTo>
                  <a:lnTo>
                    <a:pt x="143054" y="205810"/>
                  </a:lnTo>
                  <a:lnTo>
                    <a:pt x="97974" y="123521"/>
                  </a:lnTo>
                  <a:close/>
                </a:path>
                <a:path w="675004" h="209550">
                  <a:moveTo>
                    <a:pt x="24167" y="106023"/>
                  </a:moveTo>
                  <a:lnTo>
                    <a:pt x="13252" y="106023"/>
                  </a:lnTo>
                  <a:lnTo>
                    <a:pt x="13252" y="127852"/>
                  </a:lnTo>
                  <a:lnTo>
                    <a:pt x="24167" y="127852"/>
                  </a:lnTo>
                  <a:lnTo>
                    <a:pt x="24167" y="106023"/>
                  </a:lnTo>
                  <a:close/>
                </a:path>
                <a:path w="675004" h="209550">
                  <a:moveTo>
                    <a:pt x="122438" y="27675"/>
                  </a:moveTo>
                  <a:lnTo>
                    <a:pt x="66654" y="27675"/>
                  </a:lnTo>
                  <a:lnTo>
                    <a:pt x="74346" y="27985"/>
                  </a:lnTo>
                  <a:lnTo>
                    <a:pt x="81247" y="28917"/>
                  </a:lnTo>
                  <a:lnTo>
                    <a:pt x="111354" y="58852"/>
                  </a:lnTo>
                  <a:lnTo>
                    <a:pt x="111355" y="76003"/>
                  </a:lnTo>
                  <a:lnTo>
                    <a:pt x="109986" y="82311"/>
                  </a:lnTo>
                  <a:lnTo>
                    <a:pt x="106998" y="88093"/>
                  </a:lnTo>
                  <a:lnTo>
                    <a:pt x="104074" y="93810"/>
                  </a:lnTo>
                  <a:lnTo>
                    <a:pt x="67044" y="106023"/>
                  </a:lnTo>
                  <a:lnTo>
                    <a:pt x="24167" y="106023"/>
                  </a:lnTo>
                  <a:lnTo>
                    <a:pt x="24167" y="127852"/>
                  </a:lnTo>
                  <a:lnTo>
                    <a:pt x="67823" y="127852"/>
                  </a:lnTo>
                  <a:lnTo>
                    <a:pt x="72841" y="127634"/>
                  </a:lnTo>
                  <a:lnTo>
                    <a:pt x="66654" y="116158"/>
                  </a:lnTo>
                  <a:lnTo>
                    <a:pt x="112461" y="116158"/>
                  </a:lnTo>
                  <a:lnTo>
                    <a:pt x="133455" y="84073"/>
                  </a:lnTo>
                  <a:lnTo>
                    <a:pt x="135258" y="67434"/>
                  </a:lnTo>
                  <a:lnTo>
                    <a:pt x="134838" y="59443"/>
                  </a:lnTo>
                  <a:lnTo>
                    <a:pt x="134807" y="58852"/>
                  </a:lnTo>
                  <a:lnTo>
                    <a:pt x="133455" y="50746"/>
                  </a:lnTo>
                  <a:lnTo>
                    <a:pt x="131201" y="43114"/>
                  </a:lnTo>
                  <a:lnTo>
                    <a:pt x="128047" y="35958"/>
                  </a:lnTo>
                  <a:lnTo>
                    <a:pt x="123954" y="29411"/>
                  </a:lnTo>
                  <a:lnTo>
                    <a:pt x="122438" y="27675"/>
                  </a:lnTo>
                  <a:close/>
                </a:path>
                <a:path w="675004" h="209550">
                  <a:moveTo>
                    <a:pt x="93940" y="116158"/>
                  </a:moveTo>
                  <a:lnTo>
                    <a:pt x="66654" y="116158"/>
                  </a:lnTo>
                  <a:lnTo>
                    <a:pt x="72841" y="127634"/>
                  </a:lnTo>
                  <a:lnTo>
                    <a:pt x="78902" y="127370"/>
                  </a:lnTo>
                  <a:lnTo>
                    <a:pt x="88945" y="125927"/>
                  </a:lnTo>
                  <a:lnTo>
                    <a:pt x="97953" y="123521"/>
                  </a:lnTo>
                  <a:lnTo>
                    <a:pt x="93940" y="116158"/>
                  </a:lnTo>
                  <a:close/>
                </a:path>
                <a:path w="675004" h="209550">
                  <a:moveTo>
                    <a:pt x="112461" y="116158"/>
                  </a:moveTo>
                  <a:lnTo>
                    <a:pt x="93940" y="116158"/>
                  </a:lnTo>
                  <a:lnTo>
                    <a:pt x="97974" y="123521"/>
                  </a:lnTo>
                  <a:lnTo>
                    <a:pt x="105926" y="120153"/>
                  </a:lnTo>
                  <a:lnTo>
                    <a:pt x="112461" y="116158"/>
                  </a:lnTo>
                  <a:close/>
                </a:path>
                <a:path w="675004" h="209550">
                  <a:moveTo>
                    <a:pt x="239016" y="54181"/>
                  </a:moveTo>
                  <a:lnTo>
                    <a:pt x="231220" y="54181"/>
                  </a:lnTo>
                  <a:lnTo>
                    <a:pt x="221402" y="54802"/>
                  </a:lnTo>
                  <a:lnTo>
                    <a:pt x="182301" y="75912"/>
                  </a:lnTo>
                  <a:lnTo>
                    <a:pt x="165881" y="110506"/>
                  </a:lnTo>
                  <a:lnTo>
                    <a:pt x="163786" y="132139"/>
                  </a:lnTo>
                  <a:lnTo>
                    <a:pt x="164309" y="143285"/>
                  </a:lnTo>
                  <a:lnTo>
                    <a:pt x="165881" y="153724"/>
                  </a:lnTo>
                  <a:lnTo>
                    <a:pt x="168500" y="163457"/>
                  </a:lnTo>
                  <a:lnTo>
                    <a:pt x="172047" y="172191"/>
                  </a:lnTo>
                  <a:lnTo>
                    <a:pt x="172166" y="172483"/>
                  </a:lnTo>
                  <a:lnTo>
                    <a:pt x="204452" y="203557"/>
                  </a:lnTo>
                  <a:lnTo>
                    <a:pt x="233559" y="208929"/>
                  </a:lnTo>
                  <a:lnTo>
                    <a:pt x="240971" y="208636"/>
                  </a:lnTo>
                  <a:lnTo>
                    <a:pt x="281406" y="190998"/>
                  </a:lnTo>
                  <a:lnTo>
                    <a:pt x="284041" y="188270"/>
                  </a:lnTo>
                  <a:lnTo>
                    <a:pt x="224269" y="188270"/>
                  </a:lnTo>
                  <a:lnTo>
                    <a:pt x="216115" y="186256"/>
                  </a:lnTo>
                  <a:lnTo>
                    <a:pt x="190072" y="158176"/>
                  </a:lnTo>
                  <a:lnTo>
                    <a:pt x="186923" y="138766"/>
                  </a:lnTo>
                  <a:lnTo>
                    <a:pt x="180157" y="138766"/>
                  </a:lnTo>
                  <a:lnTo>
                    <a:pt x="180157" y="118959"/>
                  </a:lnTo>
                  <a:lnTo>
                    <a:pt x="186783" y="118959"/>
                  </a:lnTo>
                  <a:lnTo>
                    <a:pt x="186783" y="114144"/>
                  </a:lnTo>
                  <a:lnTo>
                    <a:pt x="214134" y="77114"/>
                  </a:lnTo>
                  <a:lnTo>
                    <a:pt x="222060" y="74840"/>
                  </a:lnTo>
                  <a:lnTo>
                    <a:pt x="278946" y="74840"/>
                  </a:lnTo>
                  <a:lnTo>
                    <a:pt x="275072" y="70747"/>
                  </a:lnTo>
                  <a:lnTo>
                    <a:pt x="268835" y="64900"/>
                  </a:lnTo>
                  <a:lnTo>
                    <a:pt x="261916" y="60677"/>
                  </a:lnTo>
                  <a:lnTo>
                    <a:pt x="246714" y="55480"/>
                  </a:lnTo>
                  <a:lnTo>
                    <a:pt x="239016" y="54181"/>
                  </a:lnTo>
                  <a:close/>
                </a:path>
                <a:path w="675004" h="209550">
                  <a:moveTo>
                    <a:pt x="270979" y="164882"/>
                  </a:moveTo>
                  <a:lnTo>
                    <a:pt x="239600" y="188270"/>
                  </a:lnTo>
                  <a:lnTo>
                    <a:pt x="284041" y="188270"/>
                  </a:lnTo>
                  <a:lnTo>
                    <a:pt x="286928" y="185281"/>
                  </a:lnTo>
                  <a:lnTo>
                    <a:pt x="290858" y="178655"/>
                  </a:lnTo>
                  <a:lnTo>
                    <a:pt x="293197" y="171119"/>
                  </a:lnTo>
                  <a:lnTo>
                    <a:pt x="270979" y="164882"/>
                  </a:lnTo>
                  <a:close/>
                </a:path>
                <a:path w="675004" h="209550">
                  <a:moveTo>
                    <a:pt x="186783" y="118959"/>
                  </a:moveTo>
                  <a:lnTo>
                    <a:pt x="180157" y="118959"/>
                  </a:lnTo>
                  <a:lnTo>
                    <a:pt x="180157" y="138766"/>
                  </a:lnTo>
                  <a:lnTo>
                    <a:pt x="186923" y="138766"/>
                  </a:lnTo>
                  <a:lnTo>
                    <a:pt x="186783" y="135647"/>
                  </a:lnTo>
                  <a:lnTo>
                    <a:pt x="186783" y="118959"/>
                  </a:lnTo>
                  <a:close/>
                </a:path>
                <a:path w="675004" h="209550">
                  <a:moveTo>
                    <a:pt x="278946" y="74840"/>
                  </a:moveTo>
                  <a:lnTo>
                    <a:pt x="239535" y="74840"/>
                  </a:lnTo>
                  <a:lnTo>
                    <a:pt x="246747" y="76756"/>
                  </a:lnTo>
                  <a:lnTo>
                    <a:pt x="259025" y="84422"/>
                  </a:lnTo>
                  <a:lnTo>
                    <a:pt x="263768" y="89652"/>
                  </a:lnTo>
                  <a:lnTo>
                    <a:pt x="267081" y="96278"/>
                  </a:lnTo>
                  <a:lnTo>
                    <a:pt x="270459" y="102905"/>
                  </a:lnTo>
                  <a:lnTo>
                    <a:pt x="271988" y="109726"/>
                  </a:lnTo>
                  <a:lnTo>
                    <a:pt x="272148" y="110506"/>
                  </a:lnTo>
                  <a:lnTo>
                    <a:pt x="272148" y="118959"/>
                  </a:lnTo>
                  <a:lnTo>
                    <a:pt x="186783" y="118959"/>
                  </a:lnTo>
                  <a:lnTo>
                    <a:pt x="186783" y="135647"/>
                  </a:lnTo>
                  <a:lnTo>
                    <a:pt x="186923" y="138766"/>
                  </a:lnTo>
                  <a:lnTo>
                    <a:pt x="295536" y="138766"/>
                  </a:lnTo>
                  <a:lnTo>
                    <a:pt x="295536" y="129021"/>
                  </a:lnTo>
                  <a:lnTo>
                    <a:pt x="295258" y="120982"/>
                  </a:lnTo>
                  <a:lnTo>
                    <a:pt x="283476" y="80833"/>
                  </a:lnTo>
                  <a:lnTo>
                    <a:pt x="279512" y="75437"/>
                  </a:lnTo>
                  <a:lnTo>
                    <a:pt x="278946" y="74840"/>
                  </a:lnTo>
                  <a:close/>
                </a:path>
                <a:path w="675004" h="209550">
                  <a:moveTo>
                    <a:pt x="397174" y="54181"/>
                  </a:moveTo>
                  <a:lnTo>
                    <a:pt x="387429" y="54181"/>
                  </a:lnTo>
                  <a:lnTo>
                    <a:pt x="378257" y="54772"/>
                  </a:lnTo>
                  <a:lnTo>
                    <a:pt x="341263" y="75059"/>
                  </a:lnTo>
                  <a:lnTo>
                    <a:pt x="324009" y="119958"/>
                  </a:lnTo>
                  <a:lnTo>
                    <a:pt x="323503" y="131360"/>
                  </a:lnTo>
                  <a:lnTo>
                    <a:pt x="324009" y="142853"/>
                  </a:lnTo>
                  <a:lnTo>
                    <a:pt x="325489" y="153298"/>
                  </a:lnTo>
                  <a:lnTo>
                    <a:pt x="325525" y="153554"/>
                  </a:lnTo>
                  <a:lnTo>
                    <a:pt x="347232" y="194214"/>
                  </a:lnTo>
                  <a:lnTo>
                    <a:pt x="387040" y="208929"/>
                  </a:lnTo>
                  <a:lnTo>
                    <a:pt x="396654" y="208929"/>
                  </a:lnTo>
                  <a:lnTo>
                    <a:pt x="427103" y="188270"/>
                  </a:lnTo>
                  <a:lnTo>
                    <a:pt x="380543" y="188270"/>
                  </a:lnTo>
                  <a:lnTo>
                    <a:pt x="372487" y="185736"/>
                  </a:lnTo>
                  <a:lnTo>
                    <a:pt x="349323" y="153554"/>
                  </a:lnTo>
                  <a:lnTo>
                    <a:pt x="349242" y="153298"/>
                  </a:lnTo>
                  <a:lnTo>
                    <a:pt x="347719" y="146221"/>
                  </a:lnTo>
                  <a:lnTo>
                    <a:pt x="346857" y="139198"/>
                  </a:lnTo>
                  <a:lnTo>
                    <a:pt x="346806" y="138778"/>
                  </a:lnTo>
                  <a:lnTo>
                    <a:pt x="346516" y="131360"/>
                  </a:lnTo>
                  <a:lnTo>
                    <a:pt x="346501" y="130970"/>
                  </a:lnTo>
                  <a:lnTo>
                    <a:pt x="346800" y="123272"/>
                  </a:lnTo>
                  <a:lnTo>
                    <a:pt x="359364" y="87281"/>
                  </a:lnTo>
                  <a:lnTo>
                    <a:pt x="390158" y="74840"/>
                  </a:lnTo>
                  <a:lnTo>
                    <a:pt x="427241" y="74840"/>
                  </a:lnTo>
                  <a:lnTo>
                    <a:pt x="426636" y="73995"/>
                  </a:lnTo>
                  <a:lnTo>
                    <a:pt x="423583" y="69967"/>
                  </a:lnTo>
                  <a:lnTo>
                    <a:pt x="420594" y="65875"/>
                  </a:lnTo>
                  <a:lnTo>
                    <a:pt x="416242" y="62236"/>
                  </a:lnTo>
                  <a:lnTo>
                    <a:pt x="410525" y="59053"/>
                  </a:lnTo>
                  <a:lnTo>
                    <a:pt x="404873" y="55805"/>
                  </a:lnTo>
                  <a:lnTo>
                    <a:pt x="397174" y="54181"/>
                  </a:lnTo>
                  <a:close/>
                </a:path>
                <a:path w="675004" h="209550">
                  <a:moveTo>
                    <a:pt x="455643" y="182812"/>
                  </a:moveTo>
                  <a:lnTo>
                    <a:pt x="433425" y="182812"/>
                  </a:lnTo>
                  <a:lnTo>
                    <a:pt x="433425" y="205810"/>
                  </a:lnTo>
                  <a:lnTo>
                    <a:pt x="455643" y="205810"/>
                  </a:lnTo>
                  <a:lnTo>
                    <a:pt x="455643" y="182812"/>
                  </a:lnTo>
                  <a:close/>
                </a:path>
                <a:path w="675004" h="209550">
                  <a:moveTo>
                    <a:pt x="427241" y="74840"/>
                  </a:moveTo>
                  <a:lnTo>
                    <a:pt x="399513" y="74840"/>
                  </a:lnTo>
                  <a:lnTo>
                    <a:pt x="407697" y="77308"/>
                  </a:lnTo>
                  <a:lnTo>
                    <a:pt x="407505" y="77308"/>
                  </a:lnTo>
                  <a:lnTo>
                    <a:pt x="413740" y="81953"/>
                  </a:lnTo>
                  <a:lnTo>
                    <a:pt x="420107" y="86631"/>
                  </a:lnTo>
                  <a:lnTo>
                    <a:pt x="424914" y="93193"/>
                  </a:lnTo>
                  <a:lnTo>
                    <a:pt x="433035" y="130970"/>
                  </a:lnTo>
                  <a:lnTo>
                    <a:pt x="432740" y="138778"/>
                  </a:lnTo>
                  <a:lnTo>
                    <a:pt x="419912" y="176186"/>
                  </a:lnTo>
                  <a:lnTo>
                    <a:pt x="399383" y="188270"/>
                  </a:lnTo>
                  <a:lnTo>
                    <a:pt x="427103" y="188270"/>
                  </a:lnTo>
                  <a:lnTo>
                    <a:pt x="429007" y="185541"/>
                  </a:lnTo>
                  <a:lnTo>
                    <a:pt x="430696" y="182812"/>
                  </a:lnTo>
                  <a:lnTo>
                    <a:pt x="455643" y="182812"/>
                  </a:lnTo>
                  <a:lnTo>
                    <a:pt x="455643" y="79907"/>
                  </a:lnTo>
                  <a:lnTo>
                    <a:pt x="430696" y="79907"/>
                  </a:lnTo>
                  <a:lnTo>
                    <a:pt x="429007" y="77308"/>
                  </a:lnTo>
                  <a:lnTo>
                    <a:pt x="427241" y="74840"/>
                  </a:lnTo>
                  <a:close/>
                </a:path>
                <a:path w="675004" h="209550">
                  <a:moveTo>
                    <a:pt x="455643" y="6236"/>
                  </a:moveTo>
                  <a:lnTo>
                    <a:pt x="432645" y="6236"/>
                  </a:lnTo>
                  <a:lnTo>
                    <a:pt x="432645" y="79907"/>
                  </a:lnTo>
                  <a:lnTo>
                    <a:pt x="455643" y="79907"/>
                  </a:lnTo>
                  <a:lnTo>
                    <a:pt x="455643" y="6236"/>
                  </a:lnTo>
                  <a:close/>
                </a:path>
                <a:path w="675004" h="209550">
                  <a:moveTo>
                    <a:pt x="523954" y="56130"/>
                  </a:moveTo>
                  <a:lnTo>
                    <a:pt x="500957" y="56130"/>
                  </a:lnTo>
                  <a:lnTo>
                    <a:pt x="500957" y="205810"/>
                  </a:lnTo>
                  <a:lnTo>
                    <a:pt x="523954" y="205810"/>
                  </a:lnTo>
                  <a:lnTo>
                    <a:pt x="523954" y="56130"/>
                  </a:lnTo>
                  <a:close/>
                </a:path>
                <a:path w="675004" h="209550">
                  <a:moveTo>
                    <a:pt x="517133" y="0"/>
                  </a:moveTo>
                  <a:lnTo>
                    <a:pt x="508168" y="0"/>
                  </a:lnTo>
                  <a:lnTo>
                    <a:pt x="504302" y="1526"/>
                  </a:lnTo>
                  <a:lnTo>
                    <a:pt x="501054" y="4580"/>
                  </a:lnTo>
                  <a:lnTo>
                    <a:pt x="497871" y="7633"/>
                  </a:lnTo>
                  <a:lnTo>
                    <a:pt x="496279" y="11304"/>
                  </a:lnTo>
                  <a:lnTo>
                    <a:pt x="496279" y="19879"/>
                  </a:lnTo>
                  <a:lnTo>
                    <a:pt x="497871" y="23549"/>
                  </a:lnTo>
                  <a:lnTo>
                    <a:pt x="501054" y="26603"/>
                  </a:lnTo>
                  <a:lnTo>
                    <a:pt x="504302" y="29656"/>
                  </a:lnTo>
                  <a:lnTo>
                    <a:pt x="508168" y="31183"/>
                  </a:lnTo>
                  <a:lnTo>
                    <a:pt x="517133" y="31183"/>
                  </a:lnTo>
                  <a:lnTo>
                    <a:pt x="520966" y="29656"/>
                  </a:lnTo>
                  <a:lnTo>
                    <a:pt x="524149" y="26603"/>
                  </a:lnTo>
                  <a:lnTo>
                    <a:pt x="527398" y="23549"/>
                  </a:lnTo>
                  <a:lnTo>
                    <a:pt x="529022" y="19879"/>
                  </a:lnTo>
                  <a:lnTo>
                    <a:pt x="529022" y="11304"/>
                  </a:lnTo>
                  <a:lnTo>
                    <a:pt x="527398" y="7633"/>
                  </a:lnTo>
                  <a:lnTo>
                    <a:pt x="524149" y="4580"/>
                  </a:lnTo>
                  <a:lnTo>
                    <a:pt x="520966" y="1526"/>
                  </a:lnTo>
                  <a:lnTo>
                    <a:pt x="517133" y="0"/>
                  </a:lnTo>
                  <a:close/>
                </a:path>
                <a:path w="675004" h="209550">
                  <a:moveTo>
                    <a:pt x="581278" y="164492"/>
                  </a:moveTo>
                  <a:lnTo>
                    <a:pt x="559450" y="169949"/>
                  </a:lnTo>
                  <a:lnTo>
                    <a:pt x="562035" y="178590"/>
                  </a:lnTo>
                  <a:lnTo>
                    <a:pt x="562136" y="178927"/>
                  </a:lnTo>
                  <a:lnTo>
                    <a:pt x="595433" y="206444"/>
                  </a:lnTo>
                  <a:lnTo>
                    <a:pt x="616360" y="208929"/>
                  </a:lnTo>
                  <a:lnTo>
                    <a:pt x="624813" y="208563"/>
                  </a:lnTo>
                  <a:lnTo>
                    <a:pt x="663403" y="191899"/>
                  </a:lnTo>
                  <a:lnTo>
                    <a:pt x="666117" y="188659"/>
                  </a:lnTo>
                  <a:lnTo>
                    <a:pt x="606550" y="188659"/>
                  </a:lnTo>
                  <a:lnTo>
                    <a:pt x="599347" y="186759"/>
                  </a:lnTo>
                  <a:lnTo>
                    <a:pt x="599081" y="186759"/>
                  </a:lnTo>
                  <a:lnTo>
                    <a:pt x="587288" y="178590"/>
                  </a:lnTo>
                  <a:lnTo>
                    <a:pt x="583442" y="172678"/>
                  </a:lnTo>
                  <a:lnTo>
                    <a:pt x="583357" y="172548"/>
                  </a:lnTo>
                  <a:lnTo>
                    <a:pt x="581278" y="164492"/>
                  </a:lnTo>
                  <a:close/>
                </a:path>
                <a:path w="675004" h="209550">
                  <a:moveTo>
                    <a:pt x="619088" y="54181"/>
                  </a:moveTo>
                  <a:lnTo>
                    <a:pt x="576049" y="68538"/>
                  </a:lnTo>
                  <a:lnTo>
                    <a:pt x="564127" y="97448"/>
                  </a:lnTo>
                  <a:lnTo>
                    <a:pt x="564724" y="104872"/>
                  </a:lnTo>
                  <a:lnTo>
                    <a:pt x="594288" y="135605"/>
                  </a:lnTo>
                  <a:lnTo>
                    <a:pt x="636369" y="145977"/>
                  </a:lnTo>
                  <a:lnTo>
                    <a:pt x="641956" y="148641"/>
                  </a:lnTo>
                  <a:lnTo>
                    <a:pt x="645594" y="152214"/>
                  </a:lnTo>
                  <a:lnTo>
                    <a:pt x="649232" y="155722"/>
                  </a:lnTo>
                  <a:lnTo>
                    <a:pt x="651051" y="160075"/>
                  </a:lnTo>
                  <a:lnTo>
                    <a:pt x="651051" y="171703"/>
                  </a:lnTo>
                  <a:lnTo>
                    <a:pt x="647868" y="177225"/>
                  </a:lnTo>
                  <a:lnTo>
                    <a:pt x="615970" y="188659"/>
                  </a:lnTo>
                  <a:lnTo>
                    <a:pt x="666117" y="188659"/>
                  </a:lnTo>
                  <a:lnTo>
                    <a:pt x="667423" y="187100"/>
                  </a:lnTo>
                  <a:lnTo>
                    <a:pt x="672360" y="180344"/>
                  </a:lnTo>
                  <a:lnTo>
                    <a:pt x="674829" y="172678"/>
                  </a:lnTo>
                  <a:lnTo>
                    <a:pt x="674829" y="164102"/>
                  </a:lnTo>
                  <a:lnTo>
                    <a:pt x="652586" y="129727"/>
                  </a:lnTo>
                  <a:lnTo>
                    <a:pt x="604016" y="115898"/>
                  </a:lnTo>
                  <a:lnTo>
                    <a:pt x="597520" y="113137"/>
                  </a:lnTo>
                  <a:lnTo>
                    <a:pt x="589204" y="106510"/>
                  </a:lnTo>
                  <a:lnTo>
                    <a:pt x="587125" y="101995"/>
                  </a:lnTo>
                  <a:lnTo>
                    <a:pt x="587236" y="89652"/>
                  </a:lnTo>
                  <a:lnTo>
                    <a:pt x="590146" y="84552"/>
                  </a:lnTo>
                  <a:lnTo>
                    <a:pt x="602295" y="76172"/>
                  </a:lnTo>
                  <a:lnTo>
                    <a:pt x="609928" y="74060"/>
                  </a:lnTo>
                  <a:lnTo>
                    <a:pt x="663922" y="74060"/>
                  </a:lnTo>
                  <a:lnTo>
                    <a:pt x="659895" y="69188"/>
                  </a:lnTo>
                  <a:lnTo>
                    <a:pt x="653975" y="63926"/>
                  </a:lnTo>
                  <a:lnTo>
                    <a:pt x="647163" y="59735"/>
                  </a:lnTo>
                  <a:lnTo>
                    <a:pt x="638919" y="56617"/>
                  </a:lnTo>
                  <a:lnTo>
                    <a:pt x="629600" y="54790"/>
                  </a:lnTo>
                  <a:lnTo>
                    <a:pt x="619088" y="54181"/>
                  </a:lnTo>
                  <a:close/>
                </a:path>
                <a:path w="675004" h="209550">
                  <a:moveTo>
                    <a:pt x="663922" y="74060"/>
                  </a:moveTo>
                  <a:lnTo>
                    <a:pt x="625780" y="74060"/>
                  </a:lnTo>
                  <a:lnTo>
                    <a:pt x="631768" y="75230"/>
                  </a:lnTo>
                  <a:lnTo>
                    <a:pt x="631464" y="75230"/>
                  </a:lnTo>
                  <a:lnTo>
                    <a:pt x="639845" y="79420"/>
                  </a:lnTo>
                  <a:lnTo>
                    <a:pt x="643223" y="82148"/>
                  </a:lnTo>
                  <a:lnTo>
                    <a:pt x="645692" y="85462"/>
                  </a:lnTo>
                  <a:lnTo>
                    <a:pt x="648225" y="88710"/>
                  </a:lnTo>
                  <a:lnTo>
                    <a:pt x="650142" y="92056"/>
                  </a:lnTo>
                  <a:lnTo>
                    <a:pt x="651441" y="95499"/>
                  </a:lnTo>
                  <a:lnTo>
                    <a:pt x="672100" y="89652"/>
                  </a:lnTo>
                  <a:lnTo>
                    <a:pt x="668998" y="82148"/>
                  </a:lnTo>
                  <a:lnTo>
                    <a:pt x="668647" y="81531"/>
                  </a:lnTo>
                  <a:lnTo>
                    <a:pt x="664889" y="75230"/>
                  </a:lnTo>
                  <a:lnTo>
                    <a:pt x="663922" y="74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0871200" y="3822700"/>
            <a:ext cx="3811904" cy="1278890"/>
            <a:chOff x="10871200" y="3822700"/>
            <a:chExt cx="3811904" cy="1278890"/>
          </a:xfrm>
        </p:grpSpPr>
        <p:sp>
          <p:nvSpPr>
            <p:cNvPr id="16" name="object 16"/>
            <p:cNvSpPr/>
            <p:nvPr/>
          </p:nvSpPr>
          <p:spPr>
            <a:xfrm>
              <a:off x="10871200" y="3822700"/>
              <a:ext cx="3811904" cy="1278890"/>
            </a:xfrm>
            <a:custGeom>
              <a:avLst/>
              <a:gdLst/>
              <a:ahLst/>
              <a:cxnLst/>
              <a:rect l="l" t="t" r="r" b="b"/>
              <a:pathLst>
                <a:path w="3811905" h="1278889">
                  <a:moveTo>
                    <a:pt x="639275" y="0"/>
                  </a:moveTo>
                  <a:lnTo>
                    <a:pt x="591565" y="1753"/>
                  </a:lnTo>
                  <a:lnTo>
                    <a:pt x="544808" y="6931"/>
                  </a:lnTo>
                  <a:lnTo>
                    <a:pt x="499126" y="15410"/>
                  </a:lnTo>
                  <a:lnTo>
                    <a:pt x="454644" y="27066"/>
                  </a:lnTo>
                  <a:lnTo>
                    <a:pt x="411485" y="41776"/>
                  </a:lnTo>
                  <a:lnTo>
                    <a:pt x="369773" y="59415"/>
                  </a:lnTo>
                  <a:lnTo>
                    <a:pt x="329631" y="79862"/>
                  </a:lnTo>
                  <a:lnTo>
                    <a:pt x="291183" y="102991"/>
                  </a:lnTo>
                  <a:lnTo>
                    <a:pt x="254553" y="128679"/>
                  </a:lnTo>
                  <a:lnTo>
                    <a:pt x="219863" y="156803"/>
                  </a:lnTo>
                  <a:lnTo>
                    <a:pt x="187239" y="187239"/>
                  </a:lnTo>
                  <a:lnTo>
                    <a:pt x="156803" y="219863"/>
                  </a:lnTo>
                  <a:lnTo>
                    <a:pt x="128679" y="254553"/>
                  </a:lnTo>
                  <a:lnTo>
                    <a:pt x="102991" y="291183"/>
                  </a:lnTo>
                  <a:lnTo>
                    <a:pt x="79862" y="329631"/>
                  </a:lnTo>
                  <a:lnTo>
                    <a:pt x="59415" y="369773"/>
                  </a:lnTo>
                  <a:lnTo>
                    <a:pt x="41776" y="411485"/>
                  </a:lnTo>
                  <a:lnTo>
                    <a:pt x="27066" y="454644"/>
                  </a:lnTo>
                  <a:lnTo>
                    <a:pt x="15410" y="499126"/>
                  </a:lnTo>
                  <a:lnTo>
                    <a:pt x="6931" y="544808"/>
                  </a:lnTo>
                  <a:lnTo>
                    <a:pt x="1854" y="590656"/>
                  </a:lnTo>
                  <a:lnTo>
                    <a:pt x="1753" y="591565"/>
                  </a:lnTo>
                  <a:lnTo>
                    <a:pt x="0" y="639275"/>
                  </a:lnTo>
                  <a:lnTo>
                    <a:pt x="1753" y="686985"/>
                  </a:lnTo>
                  <a:lnTo>
                    <a:pt x="6931" y="733743"/>
                  </a:lnTo>
                  <a:lnTo>
                    <a:pt x="15410" y="779424"/>
                  </a:lnTo>
                  <a:lnTo>
                    <a:pt x="27066" y="823906"/>
                  </a:lnTo>
                  <a:lnTo>
                    <a:pt x="41776" y="867065"/>
                  </a:lnTo>
                  <a:lnTo>
                    <a:pt x="59415" y="908778"/>
                  </a:lnTo>
                  <a:lnTo>
                    <a:pt x="79862" y="948920"/>
                  </a:lnTo>
                  <a:lnTo>
                    <a:pt x="102991" y="987367"/>
                  </a:lnTo>
                  <a:lnTo>
                    <a:pt x="128679" y="1023998"/>
                  </a:lnTo>
                  <a:lnTo>
                    <a:pt x="156803" y="1058687"/>
                  </a:lnTo>
                  <a:lnTo>
                    <a:pt x="187239" y="1091311"/>
                  </a:lnTo>
                  <a:lnTo>
                    <a:pt x="219863" y="1121747"/>
                  </a:lnTo>
                  <a:lnTo>
                    <a:pt x="254553" y="1149871"/>
                  </a:lnTo>
                  <a:lnTo>
                    <a:pt x="291183" y="1175560"/>
                  </a:lnTo>
                  <a:lnTo>
                    <a:pt x="329631" y="1198689"/>
                  </a:lnTo>
                  <a:lnTo>
                    <a:pt x="369773" y="1219135"/>
                  </a:lnTo>
                  <a:lnTo>
                    <a:pt x="411485" y="1236775"/>
                  </a:lnTo>
                  <a:lnTo>
                    <a:pt x="454644" y="1251485"/>
                  </a:lnTo>
                  <a:lnTo>
                    <a:pt x="499126" y="1263141"/>
                  </a:lnTo>
                  <a:lnTo>
                    <a:pt x="544808" y="1271620"/>
                  </a:lnTo>
                  <a:lnTo>
                    <a:pt x="591565" y="1276797"/>
                  </a:lnTo>
                  <a:lnTo>
                    <a:pt x="639275" y="1278551"/>
                  </a:lnTo>
                  <a:lnTo>
                    <a:pt x="639275" y="1261400"/>
                  </a:lnTo>
                  <a:lnTo>
                    <a:pt x="590656" y="1259528"/>
                  </a:lnTo>
                  <a:lnTo>
                    <a:pt x="543061" y="1254005"/>
                  </a:lnTo>
                  <a:lnTo>
                    <a:pt x="496627" y="1244969"/>
                  </a:lnTo>
                  <a:lnTo>
                    <a:pt x="451494" y="1232559"/>
                  </a:lnTo>
                  <a:lnTo>
                    <a:pt x="407799" y="1216912"/>
                  </a:lnTo>
                  <a:lnTo>
                    <a:pt x="365680" y="1198167"/>
                  </a:lnTo>
                  <a:lnTo>
                    <a:pt x="325277" y="1176462"/>
                  </a:lnTo>
                  <a:lnTo>
                    <a:pt x="286726" y="1151936"/>
                  </a:lnTo>
                  <a:lnTo>
                    <a:pt x="250168" y="1124726"/>
                  </a:lnTo>
                  <a:lnTo>
                    <a:pt x="215739" y="1094972"/>
                  </a:lnTo>
                  <a:lnTo>
                    <a:pt x="183578" y="1062811"/>
                  </a:lnTo>
                  <a:lnTo>
                    <a:pt x="153824" y="1028383"/>
                  </a:lnTo>
                  <a:lnTo>
                    <a:pt x="126615" y="991824"/>
                  </a:lnTo>
                  <a:lnTo>
                    <a:pt x="102089" y="953274"/>
                  </a:lnTo>
                  <a:lnTo>
                    <a:pt x="80384" y="912870"/>
                  </a:lnTo>
                  <a:lnTo>
                    <a:pt x="61639" y="870751"/>
                  </a:lnTo>
                  <a:lnTo>
                    <a:pt x="45992" y="827056"/>
                  </a:lnTo>
                  <a:lnTo>
                    <a:pt x="33581" y="781923"/>
                  </a:lnTo>
                  <a:lnTo>
                    <a:pt x="24545" y="735489"/>
                  </a:lnTo>
                  <a:lnTo>
                    <a:pt x="19022" y="687894"/>
                  </a:lnTo>
                  <a:lnTo>
                    <a:pt x="17150" y="639275"/>
                  </a:lnTo>
                  <a:lnTo>
                    <a:pt x="18987" y="591565"/>
                  </a:lnTo>
                  <a:lnTo>
                    <a:pt x="19022" y="590656"/>
                  </a:lnTo>
                  <a:lnTo>
                    <a:pt x="24545" y="543061"/>
                  </a:lnTo>
                  <a:lnTo>
                    <a:pt x="33581" y="496628"/>
                  </a:lnTo>
                  <a:lnTo>
                    <a:pt x="45992" y="451494"/>
                  </a:lnTo>
                  <a:lnTo>
                    <a:pt x="61639" y="407799"/>
                  </a:lnTo>
                  <a:lnTo>
                    <a:pt x="80384" y="365680"/>
                  </a:lnTo>
                  <a:lnTo>
                    <a:pt x="102089" y="325277"/>
                  </a:lnTo>
                  <a:lnTo>
                    <a:pt x="126615" y="286727"/>
                  </a:lnTo>
                  <a:lnTo>
                    <a:pt x="153824" y="250168"/>
                  </a:lnTo>
                  <a:lnTo>
                    <a:pt x="183578" y="215739"/>
                  </a:lnTo>
                  <a:lnTo>
                    <a:pt x="215739" y="183578"/>
                  </a:lnTo>
                  <a:lnTo>
                    <a:pt x="250168" y="153824"/>
                  </a:lnTo>
                  <a:lnTo>
                    <a:pt x="286727" y="126615"/>
                  </a:lnTo>
                  <a:lnTo>
                    <a:pt x="325277" y="102089"/>
                  </a:lnTo>
                  <a:lnTo>
                    <a:pt x="365680" y="80384"/>
                  </a:lnTo>
                  <a:lnTo>
                    <a:pt x="407799" y="61639"/>
                  </a:lnTo>
                  <a:lnTo>
                    <a:pt x="451494" y="45992"/>
                  </a:lnTo>
                  <a:lnTo>
                    <a:pt x="496628" y="33581"/>
                  </a:lnTo>
                  <a:lnTo>
                    <a:pt x="543061" y="24545"/>
                  </a:lnTo>
                  <a:lnTo>
                    <a:pt x="590657" y="19022"/>
                  </a:lnTo>
                  <a:lnTo>
                    <a:pt x="639275" y="17150"/>
                  </a:lnTo>
                  <a:lnTo>
                    <a:pt x="639275" y="0"/>
                  </a:lnTo>
                  <a:close/>
                </a:path>
                <a:path w="3811905" h="1278889">
                  <a:moveTo>
                    <a:pt x="3172248" y="1261400"/>
                  </a:moveTo>
                  <a:lnTo>
                    <a:pt x="639275" y="1261400"/>
                  </a:lnTo>
                  <a:lnTo>
                    <a:pt x="639275" y="1278551"/>
                  </a:lnTo>
                  <a:lnTo>
                    <a:pt x="3172248" y="1278551"/>
                  </a:lnTo>
                  <a:lnTo>
                    <a:pt x="3172248" y="1261400"/>
                  </a:lnTo>
                  <a:close/>
                </a:path>
                <a:path w="3811905" h="1278889">
                  <a:moveTo>
                    <a:pt x="3172248" y="0"/>
                  </a:moveTo>
                  <a:lnTo>
                    <a:pt x="3172248" y="17150"/>
                  </a:lnTo>
                  <a:lnTo>
                    <a:pt x="3220867" y="19022"/>
                  </a:lnTo>
                  <a:lnTo>
                    <a:pt x="3268462" y="24545"/>
                  </a:lnTo>
                  <a:lnTo>
                    <a:pt x="3314895" y="33581"/>
                  </a:lnTo>
                  <a:lnTo>
                    <a:pt x="3360029" y="45992"/>
                  </a:lnTo>
                  <a:lnTo>
                    <a:pt x="3403724" y="61639"/>
                  </a:lnTo>
                  <a:lnTo>
                    <a:pt x="3445843" y="80384"/>
                  </a:lnTo>
                  <a:lnTo>
                    <a:pt x="3486246" y="102089"/>
                  </a:lnTo>
                  <a:lnTo>
                    <a:pt x="3524796" y="126615"/>
                  </a:lnTo>
                  <a:lnTo>
                    <a:pt x="3561355" y="153824"/>
                  </a:lnTo>
                  <a:lnTo>
                    <a:pt x="3595784" y="183578"/>
                  </a:lnTo>
                  <a:lnTo>
                    <a:pt x="3627945" y="215739"/>
                  </a:lnTo>
                  <a:lnTo>
                    <a:pt x="3657699" y="250168"/>
                  </a:lnTo>
                  <a:lnTo>
                    <a:pt x="3684908" y="286727"/>
                  </a:lnTo>
                  <a:lnTo>
                    <a:pt x="3709434" y="325277"/>
                  </a:lnTo>
                  <a:lnTo>
                    <a:pt x="3731139" y="365680"/>
                  </a:lnTo>
                  <a:lnTo>
                    <a:pt x="3749884" y="407799"/>
                  </a:lnTo>
                  <a:lnTo>
                    <a:pt x="3765531" y="451494"/>
                  </a:lnTo>
                  <a:lnTo>
                    <a:pt x="3777942" y="496628"/>
                  </a:lnTo>
                  <a:lnTo>
                    <a:pt x="3786978" y="543061"/>
                  </a:lnTo>
                  <a:lnTo>
                    <a:pt x="3792501" y="590656"/>
                  </a:lnTo>
                  <a:lnTo>
                    <a:pt x="3794373" y="639275"/>
                  </a:lnTo>
                  <a:lnTo>
                    <a:pt x="3792536" y="686985"/>
                  </a:lnTo>
                  <a:lnTo>
                    <a:pt x="3792501" y="687894"/>
                  </a:lnTo>
                  <a:lnTo>
                    <a:pt x="3786978" y="735489"/>
                  </a:lnTo>
                  <a:lnTo>
                    <a:pt x="3777942" y="781923"/>
                  </a:lnTo>
                  <a:lnTo>
                    <a:pt x="3765531" y="827056"/>
                  </a:lnTo>
                  <a:lnTo>
                    <a:pt x="3749884" y="870751"/>
                  </a:lnTo>
                  <a:lnTo>
                    <a:pt x="3731139" y="912870"/>
                  </a:lnTo>
                  <a:lnTo>
                    <a:pt x="3709434" y="953274"/>
                  </a:lnTo>
                  <a:lnTo>
                    <a:pt x="3684908" y="991824"/>
                  </a:lnTo>
                  <a:lnTo>
                    <a:pt x="3657699" y="1028383"/>
                  </a:lnTo>
                  <a:lnTo>
                    <a:pt x="3627944" y="1062811"/>
                  </a:lnTo>
                  <a:lnTo>
                    <a:pt x="3595784" y="1094972"/>
                  </a:lnTo>
                  <a:lnTo>
                    <a:pt x="3561355" y="1124726"/>
                  </a:lnTo>
                  <a:lnTo>
                    <a:pt x="3524796" y="1151936"/>
                  </a:lnTo>
                  <a:lnTo>
                    <a:pt x="3486246" y="1176462"/>
                  </a:lnTo>
                  <a:lnTo>
                    <a:pt x="3445842" y="1198167"/>
                  </a:lnTo>
                  <a:lnTo>
                    <a:pt x="3403724" y="1216912"/>
                  </a:lnTo>
                  <a:lnTo>
                    <a:pt x="3360029" y="1232559"/>
                  </a:lnTo>
                  <a:lnTo>
                    <a:pt x="3314895" y="1244969"/>
                  </a:lnTo>
                  <a:lnTo>
                    <a:pt x="3268462" y="1254005"/>
                  </a:lnTo>
                  <a:lnTo>
                    <a:pt x="3220866" y="1259528"/>
                  </a:lnTo>
                  <a:lnTo>
                    <a:pt x="3172248" y="1261400"/>
                  </a:lnTo>
                  <a:lnTo>
                    <a:pt x="3172248" y="1278551"/>
                  </a:lnTo>
                  <a:lnTo>
                    <a:pt x="3219958" y="1276797"/>
                  </a:lnTo>
                  <a:lnTo>
                    <a:pt x="3266715" y="1271620"/>
                  </a:lnTo>
                  <a:lnTo>
                    <a:pt x="3312397" y="1263141"/>
                  </a:lnTo>
                  <a:lnTo>
                    <a:pt x="3356879" y="1251485"/>
                  </a:lnTo>
                  <a:lnTo>
                    <a:pt x="3400038" y="1236775"/>
                  </a:lnTo>
                  <a:lnTo>
                    <a:pt x="3441750" y="1219135"/>
                  </a:lnTo>
                  <a:lnTo>
                    <a:pt x="3481892" y="1198689"/>
                  </a:lnTo>
                  <a:lnTo>
                    <a:pt x="3520340" y="1175560"/>
                  </a:lnTo>
                  <a:lnTo>
                    <a:pt x="3556970" y="1149871"/>
                  </a:lnTo>
                  <a:lnTo>
                    <a:pt x="3591660" y="1121747"/>
                  </a:lnTo>
                  <a:lnTo>
                    <a:pt x="3624284" y="1091311"/>
                  </a:lnTo>
                  <a:lnTo>
                    <a:pt x="3654720" y="1058687"/>
                  </a:lnTo>
                  <a:lnTo>
                    <a:pt x="3682844" y="1023998"/>
                  </a:lnTo>
                  <a:lnTo>
                    <a:pt x="3708532" y="987367"/>
                  </a:lnTo>
                  <a:lnTo>
                    <a:pt x="3731661" y="948920"/>
                  </a:lnTo>
                  <a:lnTo>
                    <a:pt x="3752108" y="908778"/>
                  </a:lnTo>
                  <a:lnTo>
                    <a:pt x="3769747" y="867065"/>
                  </a:lnTo>
                  <a:lnTo>
                    <a:pt x="3784457" y="823906"/>
                  </a:lnTo>
                  <a:lnTo>
                    <a:pt x="3796113" y="779424"/>
                  </a:lnTo>
                  <a:lnTo>
                    <a:pt x="3804592" y="733743"/>
                  </a:lnTo>
                  <a:lnTo>
                    <a:pt x="3809669" y="687894"/>
                  </a:lnTo>
                  <a:lnTo>
                    <a:pt x="3809770" y="686985"/>
                  </a:lnTo>
                  <a:lnTo>
                    <a:pt x="3811523" y="639275"/>
                  </a:lnTo>
                  <a:lnTo>
                    <a:pt x="3809770" y="591565"/>
                  </a:lnTo>
                  <a:lnTo>
                    <a:pt x="3804592" y="544808"/>
                  </a:lnTo>
                  <a:lnTo>
                    <a:pt x="3796113" y="499126"/>
                  </a:lnTo>
                  <a:lnTo>
                    <a:pt x="3784457" y="454644"/>
                  </a:lnTo>
                  <a:lnTo>
                    <a:pt x="3769747" y="411485"/>
                  </a:lnTo>
                  <a:lnTo>
                    <a:pt x="3752108" y="369773"/>
                  </a:lnTo>
                  <a:lnTo>
                    <a:pt x="3731661" y="329631"/>
                  </a:lnTo>
                  <a:lnTo>
                    <a:pt x="3708532" y="291183"/>
                  </a:lnTo>
                  <a:lnTo>
                    <a:pt x="3682844" y="254553"/>
                  </a:lnTo>
                  <a:lnTo>
                    <a:pt x="3654720" y="219863"/>
                  </a:lnTo>
                  <a:lnTo>
                    <a:pt x="3624284" y="187239"/>
                  </a:lnTo>
                  <a:lnTo>
                    <a:pt x="3591660" y="156803"/>
                  </a:lnTo>
                  <a:lnTo>
                    <a:pt x="3556970" y="128679"/>
                  </a:lnTo>
                  <a:lnTo>
                    <a:pt x="3520340" y="102991"/>
                  </a:lnTo>
                  <a:lnTo>
                    <a:pt x="3481892" y="79862"/>
                  </a:lnTo>
                  <a:lnTo>
                    <a:pt x="3441750" y="59415"/>
                  </a:lnTo>
                  <a:lnTo>
                    <a:pt x="3400038" y="41776"/>
                  </a:lnTo>
                  <a:lnTo>
                    <a:pt x="3356879" y="27066"/>
                  </a:lnTo>
                  <a:lnTo>
                    <a:pt x="3312397" y="15410"/>
                  </a:lnTo>
                  <a:lnTo>
                    <a:pt x="3266715" y="6931"/>
                  </a:lnTo>
                  <a:lnTo>
                    <a:pt x="3219958" y="1753"/>
                  </a:lnTo>
                  <a:lnTo>
                    <a:pt x="3172248" y="0"/>
                  </a:lnTo>
                  <a:close/>
                </a:path>
                <a:path w="3811905" h="1278889">
                  <a:moveTo>
                    <a:pt x="3172248" y="0"/>
                  </a:moveTo>
                  <a:lnTo>
                    <a:pt x="639275" y="0"/>
                  </a:lnTo>
                  <a:lnTo>
                    <a:pt x="639275" y="17150"/>
                  </a:lnTo>
                  <a:lnTo>
                    <a:pt x="3172248" y="17150"/>
                  </a:lnTo>
                  <a:lnTo>
                    <a:pt x="3172248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341538" y="4364001"/>
              <a:ext cx="889000" cy="203200"/>
            </a:xfrm>
            <a:custGeom>
              <a:avLst/>
              <a:gdLst/>
              <a:ahLst/>
              <a:cxnLst/>
              <a:rect l="l" t="t" r="r" b="b"/>
              <a:pathLst>
                <a:path w="889000" h="203200">
                  <a:moveTo>
                    <a:pt x="64315" y="0"/>
                  </a:moveTo>
                  <a:lnTo>
                    <a:pt x="0" y="0"/>
                  </a:lnTo>
                  <a:lnTo>
                    <a:pt x="0" y="199574"/>
                  </a:lnTo>
                  <a:lnTo>
                    <a:pt x="61587" y="199574"/>
                  </a:lnTo>
                  <a:lnTo>
                    <a:pt x="76216" y="198824"/>
                  </a:lnTo>
                  <a:lnTo>
                    <a:pt x="113234" y="187587"/>
                  </a:lnTo>
                  <a:lnTo>
                    <a:pt x="126245" y="178135"/>
                  </a:lnTo>
                  <a:lnTo>
                    <a:pt x="24167" y="178135"/>
                  </a:lnTo>
                  <a:lnTo>
                    <a:pt x="24167" y="21438"/>
                  </a:lnTo>
                  <a:lnTo>
                    <a:pt x="126822" y="21438"/>
                  </a:lnTo>
                  <a:lnTo>
                    <a:pt x="123741" y="18582"/>
                  </a:lnTo>
                  <a:lnTo>
                    <a:pt x="114014" y="11986"/>
                  </a:lnTo>
                  <a:lnTo>
                    <a:pt x="103161" y="6742"/>
                  </a:lnTo>
                  <a:lnTo>
                    <a:pt x="91260" y="2996"/>
                  </a:lnTo>
                  <a:lnTo>
                    <a:pt x="78311" y="749"/>
                  </a:lnTo>
                  <a:lnTo>
                    <a:pt x="64315" y="0"/>
                  </a:lnTo>
                  <a:close/>
                </a:path>
                <a:path w="889000" h="203200">
                  <a:moveTo>
                    <a:pt x="126822" y="21438"/>
                  </a:moveTo>
                  <a:lnTo>
                    <a:pt x="62756" y="21438"/>
                  </a:lnTo>
                  <a:lnTo>
                    <a:pt x="73969" y="22029"/>
                  </a:lnTo>
                  <a:lnTo>
                    <a:pt x="84219" y="23801"/>
                  </a:lnTo>
                  <a:lnTo>
                    <a:pt x="120982" y="49528"/>
                  </a:lnTo>
                  <a:lnTo>
                    <a:pt x="132815" y="87733"/>
                  </a:lnTo>
                  <a:lnTo>
                    <a:pt x="133309" y="99397"/>
                  </a:lnTo>
                  <a:lnTo>
                    <a:pt x="132809" y="111158"/>
                  </a:lnTo>
                  <a:lnTo>
                    <a:pt x="120805" y="149710"/>
                  </a:lnTo>
                  <a:lnTo>
                    <a:pt x="82660" y="175747"/>
                  </a:lnTo>
                  <a:lnTo>
                    <a:pt x="60028" y="178135"/>
                  </a:lnTo>
                  <a:lnTo>
                    <a:pt x="126245" y="178135"/>
                  </a:lnTo>
                  <a:lnTo>
                    <a:pt x="150405" y="141397"/>
                  </a:lnTo>
                  <a:lnTo>
                    <a:pt x="156696" y="99397"/>
                  </a:lnTo>
                  <a:lnTo>
                    <a:pt x="156008" y="84451"/>
                  </a:lnTo>
                  <a:lnTo>
                    <a:pt x="145685" y="46190"/>
                  </a:lnTo>
                  <a:lnTo>
                    <a:pt x="132261" y="26481"/>
                  </a:lnTo>
                  <a:lnTo>
                    <a:pt x="126822" y="21438"/>
                  </a:lnTo>
                  <a:close/>
                </a:path>
                <a:path w="889000" h="203200">
                  <a:moveTo>
                    <a:pt x="254924" y="47944"/>
                  </a:moveTo>
                  <a:lnTo>
                    <a:pt x="212169" y="62902"/>
                  </a:lnTo>
                  <a:lnTo>
                    <a:pt x="189220" y="103611"/>
                  </a:lnTo>
                  <a:lnTo>
                    <a:pt x="187100" y="125513"/>
                  </a:lnTo>
                  <a:lnTo>
                    <a:pt x="187630" y="136744"/>
                  </a:lnTo>
                  <a:lnTo>
                    <a:pt x="189155" y="146817"/>
                  </a:lnTo>
                  <a:lnTo>
                    <a:pt x="189220" y="147244"/>
                  </a:lnTo>
                  <a:lnTo>
                    <a:pt x="205878" y="181540"/>
                  </a:lnTo>
                  <a:lnTo>
                    <a:pt x="245100" y="202089"/>
                  </a:lnTo>
                  <a:lnTo>
                    <a:pt x="254924" y="202692"/>
                  </a:lnTo>
                  <a:lnTo>
                    <a:pt x="264742" y="202089"/>
                  </a:lnTo>
                  <a:lnTo>
                    <a:pt x="303420" y="182033"/>
                  </a:lnTo>
                  <a:lnTo>
                    <a:pt x="254924" y="182033"/>
                  </a:lnTo>
                  <a:lnTo>
                    <a:pt x="247567" y="181540"/>
                  </a:lnTo>
                  <a:lnTo>
                    <a:pt x="214873" y="153383"/>
                  </a:lnTo>
                  <a:lnTo>
                    <a:pt x="210098" y="125513"/>
                  </a:lnTo>
                  <a:lnTo>
                    <a:pt x="210396" y="118137"/>
                  </a:lnTo>
                  <a:lnTo>
                    <a:pt x="224941" y="80900"/>
                  </a:lnTo>
                  <a:lnTo>
                    <a:pt x="247187" y="69188"/>
                  </a:lnTo>
                  <a:lnTo>
                    <a:pt x="246311" y="69188"/>
                  </a:lnTo>
                  <a:lnTo>
                    <a:pt x="254924" y="68603"/>
                  </a:lnTo>
                  <a:lnTo>
                    <a:pt x="303397" y="68603"/>
                  </a:lnTo>
                  <a:lnTo>
                    <a:pt x="297619" y="62902"/>
                  </a:lnTo>
                  <a:lnTo>
                    <a:pt x="290395" y="57591"/>
                  </a:lnTo>
                  <a:lnTo>
                    <a:pt x="282478" y="53371"/>
                  </a:lnTo>
                  <a:lnTo>
                    <a:pt x="273927" y="50356"/>
                  </a:lnTo>
                  <a:lnTo>
                    <a:pt x="264742" y="48547"/>
                  </a:lnTo>
                  <a:lnTo>
                    <a:pt x="254924" y="47944"/>
                  </a:lnTo>
                  <a:close/>
                </a:path>
                <a:path w="889000" h="203200">
                  <a:moveTo>
                    <a:pt x="303397" y="68603"/>
                  </a:moveTo>
                  <a:lnTo>
                    <a:pt x="254924" y="68603"/>
                  </a:lnTo>
                  <a:lnTo>
                    <a:pt x="263538" y="69188"/>
                  </a:lnTo>
                  <a:lnTo>
                    <a:pt x="262661" y="69188"/>
                  </a:lnTo>
                  <a:lnTo>
                    <a:pt x="294975" y="97545"/>
                  </a:lnTo>
                  <a:lnTo>
                    <a:pt x="299750" y="125513"/>
                  </a:lnTo>
                  <a:lnTo>
                    <a:pt x="299452" y="132882"/>
                  </a:lnTo>
                  <a:lnTo>
                    <a:pt x="284908" y="169882"/>
                  </a:lnTo>
                  <a:lnTo>
                    <a:pt x="254924" y="182033"/>
                  </a:lnTo>
                  <a:lnTo>
                    <a:pt x="303420" y="182033"/>
                  </a:lnTo>
                  <a:lnTo>
                    <a:pt x="320604" y="147244"/>
                  </a:lnTo>
                  <a:lnTo>
                    <a:pt x="322748" y="125513"/>
                  </a:lnTo>
                  <a:lnTo>
                    <a:pt x="322212" y="114191"/>
                  </a:lnTo>
                  <a:lnTo>
                    <a:pt x="309590" y="76594"/>
                  </a:lnTo>
                  <a:lnTo>
                    <a:pt x="309507" y="76448"/>
                  </a:lnTo>
                  <a:lnTo>
                    <a:pt x="303989" y="69188"/>
                  </a:lnTo>
                  <a:lnTo>
                    <a:pt x="303397" y="68603"/>
                  </a:lnTo>
                  <a:close/>
                </a:path>
                <a:path w="889000" h="203200">
                  <a:moveTo>
                    <a:pt x="418272" y="47944"/>
                  </a:moveTo>
                  <a:lnTo>
                    <a:pt x="375663" y="63286"/>
                  </a:lnTo>
                  <a:lnTo>
                    <a:pt x="352933" y="104050"/>
                  </a:lnTo>
                  <a:lnTo>
                    <a:pt x="350874" y="124733"/>
                  </a:lnTo>
                  <a:lnTo>
                    <a:pt x="350838" y="125513"/>
                  </a:lnTo>
                  <a:lnTo>
                    <a:pt x="351349" y="136409"/>
                  </a:lnTo>
                  <a:lnTo>
                    <a:pt x="352884" y="146683"/>
                  </a:lnTo>
                  <a:lnTo>
                    <a:pt x="355331" y="155917"/>
                  </a:lnTo>
                  <a:lnTo>
                    <a:pt x="355442" y="156337"/>
                  </a:lnTo>
                  <a:lnTo>
                    <a:pt x="382411" y="192752"/>
                  </a:lnTo>
                  <a:lnTo>
                    <a:pt x="418662" y="202692"/>
                  </a:lnTo>
                  <a:lnTo>
                    <a:pt x="426689" y="202308"/>
                  </a:lnTo>
                  <a:lnTo>
                    <a:pt x="463762" y="184786"/>
                  </a:lnTo>
                  <a:lnTo>
                    <a:pt x="466028" y="182033"/>
                  </a:lnTo>
                  <a:lnTo>
                    <a:pt x="409566" y="182033"/>
                  </a:lnTo>
                  <a:lnTo>
                    <a:pt x="401641" y="179662"/>
                  </a:lnTo>
                  <a:lnTo>
                    <a:pt x="376905" y="148230"/>
                  </a:lnTo>
                  <a:lnTo>
                    <a:pt x="373835" y="124733"/>
                  </a:lnTo>
                  <a:lnTo>
                    <a:pt x="374183" y="116529"/>
                  </a:lnTo>
                  <a:lnTo>
                    <a:pt x="388388" y="80232"/>
                  </a:lnTo>
                  <a:lnTo>
                    <a:pt x="409696" y="68603"/>
                  </a:lnTo>
                  <a:lnTo>
                    <a:pt x="466125" y="68603"/>
                  </a:lnTo>
                  <a:lnTo>
                    <a:pt x="463153" y="65192"/>
                  </a:lnTo>
                  <a:lnTo>
                    <a:pt x="425970" y="48309"/>
                  </a:lnTo>
                  <a:lnTo>
                    <a:pt x="418272" y="47944"/>
                  </a:lnTo>
                  <a:close/>
                </a:path>
                <a:path w="889000" h="203200">
                  <a:moveTo>
                    <a:pt x="477520" y="155917"/>
                  </a:moveTo>
                  <a:lnTo>
                    <a:pt x="454522" y="155917"/>
                  </a:lnTo>
                  <a:lnTo>
                    <a:pt x="453093" y="161374"/>
                  </a:lnTo>
                  <a:lnTo>
                    <a:pt x="450690" y="166051"/>
                  </a:lnTo>
                  <a:lnTo>
                    <a:pt x="443933" y="173847"/>
                  </a:lnTo>
                  <a:lnTo>
                    <a:pt x="439808" y="176836"/>
                  </a:lnTo>
                  <a:lnTo>
                    <a:pt x="430063" y="180993"/>
                  </a:lnTo>
                  <a:lnTo>
                    <a:pt x="424638" y="182033"/>
                  </a:lnTo>
                  <a:lnTo>
                    <a:pt x="466028" y="182033"/>
                  </a:lnTo>
                  <a:lnTo>
                    <a:pt x="477434" y="156337"/>
                  </a:lnTo>
                  <a:lnTo>
                    <a:pt x="477520" y="155917"/>
                  </a:lnTo>
                  <a:close/>
                </a:path>
                <a:path w="889000" h="203200">
                  <a:moveTo>
                    <a:pt x="466125" y="68603"/>
                  </a:moveTo>
                  <a:lnTo>
                    <a:pt x="418662" y="68603"/>
                  </a:lnTo>
                  <a:lnTo>
                    <a:pt x="425873" y="69102"/>
                  </a:lnTo>
                  <a:lnTo>
                    <a:pt x="432304" y="70601"/>
                  </a:lnTo>
                  <a:lnTo>
                    <a:pt x="454421" y="94323"/>
                  </a:lnTo>
                  <a:lnTo>
                    <a:pt x="454522" y="94719"/>
                  </a:lnTo>
                  <a:lnTo>
                    <a:pt x="477520" y="94719"/>
                  </a:lnTo>
                  <a:lnTo>
                    <a:pt x="476162" y="87922"/>
                  </a:lnTo>
                  <a:lnTo>
                    <a:pt x="474134" y="81856"/>
                  </a:lnTo>
                  <a:lnTo>
                    <a:pt x="474037" y="81564"/>
                  </a:lnTo>
                  <a:lnTo>
                    <a:pt x="471144" y="75644"/>
                  </a:lnTo>
                  <a:lnTo>
                    <a:pt x="467483" y="70162"/>
                  </a:lnTo>
                  <a:lnTo>
                    <a:pt x="466125" y="68603"/>
                  </a:lnTo>
                  <a:close/>
                </a:path>
                <a:path w="889000" h="203200">
                  <a:moveTo>
                    <a:pt x="534138" y="0"/>
                  </a:moveTo>
                  <a:lnTo>
                    <a:pt x="511140" y="0"/>
                  </a:lnTo>
                  <a:lnTo>
                    <a:pt x="511140" y="199574"/>
                  </a:lnTo>
                  <a:lnTo>
                    <a:pt x="534138" y="199574"/>
                  </a:lnTo>
                  <a:lnTo>
                    <a:pt x="534138" y="145003"/>
                  </a:lnTo>
                  <a:lnTo>
                    <a:pt x="532579" y="145003"/>
                  </a:lnTo>
                  <a:lnTo>
                    <a:pt x="532354" y="128635"/>
                  </a:lnTo>
                  <a:lnTo>
                    <a:pt x="532242" y="120446"/>
                  </a:lnTo>
                  <a:lnTo>
                    <a:pt x="532189" y="116548"/>
                  </a:lnTo>
                  <a:lnTo>
                    <a:pt x="534138" y="116548"/>
                  </a:lnTo>
                  <a:lnTo>
                    <a:pt x="534138" y="0"/>
                  </a:lnTo>
                  <a:close/>
                </a:path>
                <a:path w="889000" h="203200">
                  <a:moveTo>
                    <a:pt x="567566" y="113840"/>
                  </a:moveTo>
                  <a:lnTo>
                    <a:pt x="561033" y="120446"/>
                  </a:lnTo>
                  <a:lnTo>
                    <a:pt x="559084" y="120446"/>
                  </a:lnTo>
                  <a:lnTo>
                    <a:pt x="550245" y="128635"/>
                  </a:lnTo>
                  <a:lnTo>
                    <a:pt x="606249" y="199574"/>
                  </a:lnTo>
                  <a:lnTo>
                    <a:pt x="635484" y="199574"/>
                  </a:lnTo>
                  <a:lnTo>
                    <a:pt x="567566" y="113840"/>
                  </a:lnTo>
                  <a:close/>
                </a:path>
                <a:path w="889000" h="203200">
                  <a:moveTo>
                    <a:pt x="534138" y="116548"/>
                  </a:moveTo>
                  <a:lnTo>
                    <a:pt x="532189" y="116548"/>
                  </a:lnTo>
                  <a:lnTo>
                    <a:pt x="532559" y="143558"/>
                  </a:lnTo>
                  <a:lnTo>
                    <a:pt x="532579" y="145003"/>
                  </a:lnTo>
                  <a:lnTo>
                    <a:pt x="534138" y="143558"/>
                  </a:lnTo>
                  <a:lnTo>
                    <a:pt x="534138" y="116548"/>
                  </a:lnTo>
                  <a:close/>
                </a:path>
                <a:path w="889000" h="203200">
                  <a:moveTo>
                    <a:pt x="534138" y="143558"/>
                  </a:moveTo>
                  <a:lnTo>
                    <a:pt x="532579" y="145003"/>
                  </a:lnTo>
                  <a:lnTo>
                    <a:pt x="534138" y="145003"/>
                  </a:lnTo>
                  <a:lnTo>
                    <a:pt x="534138" y="143558"/>
                  </a:lnTo>
                  <a:close/>
                </a:path>
                <a:path w="889000" h="203200">
                  <a:moveTo>
                    <a:pt x="630806" y="49893"/>
                  </a:moveTo>
                  <a:lnTo>
                    <a:pt x="602352" y="49893"/>
                  </a:lnTo>
                  <a:lnTo>
                    <a:pt x="536866" y="116548"/>
                  </a:lnTo>
                  <a:lnTo>
                    <a:pt x="534138" y="116548"/>
                  </a:lnTo>
                  <a:lnTo>
                    <a:pt x="534138" y="143558"/>
                  </a:lnTo>
                  <a:lnTo>
                    <a:pt x="550245" y="128635"/>
                  </a:lnTo>
                  <a:lnTo>
                    <a:pt x="547780" y="125513"/>
                  </a:lnTo>
                  <a:lnTo>
                    <a:pt x="564152" y="109531"/>
                  </a:lnTo>
                  <a:lnTo>
                    <a:pt x="571827" y="109531"/>
                  </a:lnTo>
                  <a:lnTo>
                    <a:pt x="630806" y="49893"/>
                  </a:lnTo>
                  <a:close/>
                </a:path>
                <a:path w="889000" h="203200">
                  <a:moveTo>
                    <a:pt x="564152" y="109531"/>
                  </a:moveTo>
                  <a:lnTo>
                    <a:pt x="547780" y="125513"/>
                  </a:lnTo>
                  <a:lnTo>
                    <a:pt x="550245" y="128635"/>
                  </a:lnTo>
                  <a:lnTo>
                    <a:pt x="559084" y="120446"/>
                  </a:lnTo>
                  <a:lnTo>
                    <a:pt x="561033" y="120446"/>
                  </a:lnTo>
                  <a:lnTo>
                    <a:pt x="567566" y="113840"/>
                  </a:lnTo>
                  <a:lnTo>
                    <a:pt x="564152" y="109531"/>
                  </a:lnTo>
                  <a:close/>
                </a:path>
                <a:path w="889000" h="203200">
                  <a:moveTo>
                    <a:pt x="571827" y="109531"/>
                  </a:moveTo>
                  <a:lnTo>
                    <a:pt x="564152" y="109531"/>
                  </a:lnTo>
                  <a:lnTo>
                    <a:pt x="567566" y="113840"/>
                  </a:lnTo>
                  <a:lnTo>
                    <a:pt x="571827" y="109531"/>
                  </a:lnTo>
                  <a:close/>
                </a:path>
                <a:path w="889000" h="203200">
                  <a:moveTo>
                    <a:pt x="722456" y="47944"/>
                  </a:moveTo>
                  <a:lnTo>
                    <a:pt x="714661" y="47944"/>
                  </a:lnTo>
                  <a:lnTo>
                    <a:pt x="704843" y="48565"/>
                  </a:lnTo>
                  <a:lnTo>
                    <a:pt x="665742" y="69675"/>
                  </a:lnTo>
                  <a:lnTo>
                    <a:pt x="649322" y="104269"/>
                  </a:lnTo>
                  <a:lnTo>
                    <a:pt x="647226" y="125903"/>
                  </a:lnTo>
                  <a:lnTo>
                    <a:pt x="647750" y="137048"/>
                  </a:lnTo>
                  <a:lnTo>
                    <a:pt x="649322" y="147487"/>
                  </a:lnTo>
                  <a:lnTo>
                    <a:pt x="651940" y="157220"/>
                  </a:lnTo>
                  <a:lnTo>
                    <a:pt x="655488" y="165954"/>
                  </a:lnTo>
                  <a:lnTo>
                    <a:pt x="655607" y="166246"/>
                  </a:lnTo>
                  <a:lnTo>
                    <a:pt x="687893" y="197320"/>
                  </a:lnTo>
                  <a:lnTo>
                    <a:pt x="716999" y="202692"/>
                  </a:lnTo>
                  <a:lnTo>
                    <a:pt x="724412" y="202400"/>
                  </a:lnTo>
                  <a:lnTo>
                    <a:pt x="764846" y="184761"/>
                  </a:lnTo>
                  <a:lnTo>
                    <a:pt x="767482" y="182033"/>
                  </a:lnTo>
                  <a:lnTo>
                    <a:pt x="707709" y="182033"/>
                  </a:lnTo>
                  <a:lnTo>
                    <a:pt x="699556" y="180019"/>
                  </a:lnTo>
                  <a:lnTo>
                    <a:pt x="673513" y="151940"/>
                  </a:lnTo>
                  <a:lnTo>
                    <a:pt x="670364" y="132529"/>
                  </a:lnTo>
                  <a:lnTo>
                    <a:pt x="663598" y="132529"/>
                  </a:lnTo>
                  <a:lnTo>
                    <a:pt x="663598" y="112723"/>
                  </a:lnTo>
                  <a:lnTo>
                    <a:pt x="670224" y="112723"/>
                  </a:lnTo>
                  <a:lnTo>
                    <a:pt x="670224" y="107907"/>
                  </a:lnTo>
                  <a:lnTo>
                    <a:pt x="697575" y="70877"/>
                  </a:lnTo>
                  <a:lnTo>
                    <a:pt x="705500" y="68603"/>
                  </a:lnTo>
                  <a:lnTo>
                    <a:pt x="762387" y="68603"/>
                  </a:lnTo>
                  <a:lnTo>
                    <a:pt x="758512" y="64510"/>
                  </a:lnTo>
                  <a:lnTo>
                    <a:pt x="752276" y="58663"/>
                  </a:lnTo>
                  <a:lnTo>
                    <a:pt x="745357" y="54441"/>
                  </a:lnTo>
                  <a:lnTo>
                    <a:pt x="730155" y="49243"/>
                  </a:lnTo>
                  <a:lnTo>
                    <a:pt x="722456" y="47944"/>
                  </a:lnTo>
                  <a:close/>
                </a:path>
                <a:path w="889000" h="203200">
                  <a:moveTo>
                    <a:pt x="754420" y="158645"/>
                  </a:moveTo>
                  <a:lnTo>
                    <a:pt x="723041" y="182033"/>
                  </a:lnTo>
                  <a:lnTo>
                    <a:pt x="767482" y="182033"/>
                  </a:lnTo>
                  <a:lnTo>
                    <a:pt x="770369" y="179044"/>
                  </a:lnTo>
                  <a:lnTo>
                    <a:pt x="774299" y="172418"/>
                  </a:lnTo>
                  <a:lnTo>
                    <a:pt x="776638" y="164882"/>
                  </a:lnTo>
                  <a:lnTo>
                    <a:pt x="754420" y="158645"/>
                  </a:lnTo>
                  <a:close/>
                </a:path>
                <a:path w="889000" h="203200">
                  <a:moveTo>
                    <a:pt x="670224" y="112723"/>
                  </a:moveTo>
                  <a:lnTo>
                    <a:pt x="663598" y="112723"/>
                  </a:lnTo>
                  <a:lnTo>
                    <a:pt x="663598" y="132529"/>
                  </a:lnTo>
                  <a:lnTo>
                    <a:pt x="670364" y="132529"/>
                  </a:lnTo>
                  <a:lnTo>
                    <a:pt x="670224" y="129411"/>
                  </a:lnTo>
                  <a:lnTo>
                    <a:pt x="670224" y="112723"/>
                  </a:lnTo>
                  <a:close/>
                </a:path>
                <a:path w="889000" h="203200">
                  <a:moveTo>
                    <a:pt x="762387" y="68603"/>
                  </a:moveTo>
                  <a:lnTo>
                    <a:pt x="722976" y="68603"/>
                  </a:lnTo>
                  <a:lnTo>
                    <a:pt x="730187" y="70520"/>
                  </a:lnTo>
                  <a:lnTo>
                    <a:pt x="742466" y="78185"/>
                  </a:lnTo>
                  <a:lnTo>
                    <a:pt x="747208" y="83415"/>
                  </a:lnTo>
                  <a:lnTo>
                    <a:pt x="750522" y="90042"/>
                  </a:lnTo>
                  <a:lnTo>
                    <a:pt x="753900" y="96668"/>
                  </a:lnTo>
                  <a:lnTo>
                    <a:pt x="755429" y="103490"/>
                  </a:lnTo>
                  <a:lnTo>
                    <a:pt x="755589" y="104269"/>
                  </a:lnTo>
                  <a:lnTo>
                    <a:pt x="755589" y="112723"/>
                  </a:lnTo>
                  <a:lnTo>
                    <a:pt x="670224" y="112723"/>
                  </a:lnTo>
                  <a:lnTo>
                    <a:pt x="670224" y="129411"/>
                  </a:lnTo>
                  <a:lnTo>
                    <a:pt x="670364" y="132529"/>
                  </a:lnTo>
                  <a:lnTo>
                    <a:pt x="778976" y="132529"/>
                  </a:lnTo>
                  <a:lnTo>
                    <a:pt x="778976" y="122784"/>
                  </a:lnTo>
                  <a:lnTo>
                    <a:pt x="778699" y="114745"/>
                  </a:lnTo>
                  <a:lnTo>
                    <a:pt x="778629" y="112723"/>
                  </a:lnTo>
                  <a:lnTo>
                    <a:pt x="777676" y="104269"/>
                  </a:lnTo>
                  <a:lnTo>
                    <a:pt x="777588" y="103490"/>
                  </a:lnTo>
                  <a:lnTo>
                    <a:pt x="762952" y="69200"/>
                  </a:lnTo>
                  <a:lnTo>
                    <a:pt x="762387" y="68603"/>
                  </a:lnTo>
                  <a:close/>
                </a:path>
                <a:path w="889000" h="203200">
                  <a:moveTo>
                    <a:pt x="836179" y="49893"/>
                  </a:moveTo>
                  <a:lnTo>
                    <a:pt x="813960" y="49893"/>
                  </a:lnTo>
                  <a:lnTo>
                    <a:pt x="813960" y="199574"/>
                  </a:lnTo>
                  <a:lnTo>
                    <a:pt x="836958" y="199574"/>
                  </a:lnTo>
                  <a:lnTo>
                    <a:pt x="836958" y="98097"/>
                  </a:lnTo>
                  <a:lnTo>
                    <a:pt x="838582" y="92088"/>
                  </a:lnTo>
                  <a:lnTo>
                    <a:pt x="845144" y="81499"/>
                  </a:lnTo>
                  <a:lnTo>
                    <a:pt x="849626" y="77341"/>
                  </a:lnTo>
                  <a:lnTo>
                    <a:pt x="858745" y="72501"/>
                  </a:lnTo>
                  <a:lnTo>
                    <a:pt x="836179" y="72501"/>
                  </a:lnTo>
                  <a:lnTo>
                    <a:pt x="836179" y="49893"/>
                  </a:lnTo>
                  <a:close/>
                </a:path>
                <a:path w="889000" h="203200">
                  <a:moveTo>
                    <a:pt x="887501" y="47814"/>
                  </a:moveTo>
                  <a:lnTo>
                    <a:pt x="866844" y="47814"/>
                  </a:lnTo>
                  <a:lnTo>
                    <a:pt x="859646" y="49893"/>
                  </a:lnTo>
                  <a:lnTo>
                    <a:pt x="845404" y="59086"/>
                  </a:lnTo>
                  <a:lnTo>
                    <a:pt x="840466" y="65095"/>
                  </a:lnTo>
                  <a:lnTo>
                    <a:pt x="837738" y="72501"/>
                  </a:lnTo>
                  <a:lnTo>
                    <a:pt x="858745" y="72501"/>
                  </a:lnTo>
                  <a:lnTo>
                    <a:pt x="860935" y="71332"/>
                  </a:lnTo>
                  <a:lnTo>
                    <a:pt x="861686" y="71137"/>
                  </a:lnTo>
                  <a:lnTo>
                    <a:pt x="867492" y="69772"/>
                  </a:lnTo>
                  <a:lnTo>
                    <a:pt x="888801" y="69772"/>
                  </a:lnTo>
                  <a:lnTo>
                    <a:pt x="888801" y="47944"/>
                  </a:lnTo>
                  <a:lnTo>
                    <a:pt x="887501" y="47814"/>
                  </a:lnTo>
                  <a:close/>
                </a:path>
                <a:path w="889000" h="203200">
                  <a:moveTo>
                    <a:pt x="888801" y="69772"/>
                  </a:moveTo>
                  <a:lnTo>
                    <a:pt x="877821" y="69772"/>
                  </a:lnTo>
                  <a:lnTo>
                    <a:pt x="880712" y="70000"/>
                  </a:lnTo>
                  <a:lnTo>
                    <a:pt x="883441" y="70455"/>
                  </a:lnTo>
                  <a:lnTo>
                    <a:pt x="886234" y="70844"/>
                  </a:lnTo>
                  <a:lnTo>
                    <a:pt x="888021" y="71137"/>
                  </a:lnTo>
                  <a:lnTo>
                    <a:pt x="888801" y="71332"/>
                  </a:lnTo>
                  <a:lnTo>
                    <a:pt x="888801" y="69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3900" y="9474200"/>
            <a:ext cx="685800" cy="67310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49637" y="9678507"/>
            <a:ext cx="358775" cy="243840"/>
          </a:xfrm>
          <a:custGeom>
            <a:avLst/>
            <a:gdLst/>
            <a:ahLst/>
            <a:cxnLst/>
            <a:rect l="l" t="t" r="r" b="b"/>
            <a:pathLst>
              <a:path w="358775" h="243840">
                <a:moveTo>
                  <a:pt x="82378" y="0"/>
                </a:moveTo>
                <a:lnTo>
                  <a:pt x="37949" y="14462"/>
                </a:lnTo>
                <a:lnTo>
                  <a:pt x="9718" y="56114"/>
                </a:lnTo>
                <a:lnTo>
                  <a:pt x="607" y="103211"/>
                </a:lnTo>
                <a:lnTo>
                  <a:pt x="0" y="121715"/>
                </a:lnTo>
                <a:lnTo>
                  <a:pt x="483" y="136525"/>
                </a:lnTo>
                <a:lnTo>
                  <a:pt x="607" y="140329"/>
                </a:lnTo>
                <a:lnTo>
                  <a:pt x="9718" y="187664"/>
                </a:lnTo>
                <a:lnTo>
                  <a:pt x="29177" y="221224"/>
                </a:lnTo>
                <a:lnTo>
                  <a:pt x="69788" y="242542"/>
                </a:lnTo>
                <a:lnTo>
                  <a:pt x="82378" y="243431"/>
                </a:lnTo>
                <a:lnTo>
                  <a:pt x="94967" y="242542"/>
                </a:lnTo>
                <a:lnTo>
                  <a:pt x="135578" y="221224"/>
                </a:lnTo>
                <a:lnTo>
                  <a:pt x="138143" y="217978"/>
                </a:lnTo>
                <a:lnTo>
                  <a:pt x="82378" y="217978"/>
                </a:lnTo>
                <a:lnTo>
                  <a:pt x="74069" y="217276"/>
                </a:lnTo>
                <a:lnTo>
                  <a:pt x="42162" y="192986"/>
                </a:lnTo>
                <a:lnTo>
                  <a:pt x="29387" y="150178"/>
                </a:lnTo>
                <a:lnTo>
                  <a:pt x="27767" y="121715"/>
                </a:lnTo>
                <a:lnTo>
                  <a:pt x="28671" y="99942"/>
                </a:lnTo>
                <a:lnTo>
                  <a:pt x="42230" y="50329"/>
                </a:lnTo>
                <a:lnTo>
                  <a:pt x="82378" y="24991"/>
                </a:lnTo>
                <a:lnTo>
                  <a:pt x="137413" y="24991"/>
                </a:lnTo>
                <a:lnTo>
                  <a:pt x="135397" y="22445"/>
                </a:lnTo>
                <a:lnTo>
                  <a:pt x="126691" y="14462"/>
                </a:lnTo>
                <a:lnTo>
                  <a:pt x="117022" y="8135"/>
                </a:lnTo>
                <a:lnTo>
                  <a:pt x="106414" y="3615"/>
                </a:lnTo>
                <a:lnTo>
                  <a:pt x="94866" y="903"/>
                </a:lnTo>
                <a:lnTo>
                  <a:pt x="82378" y="0"/>
                </a:lnTo>
                <a:close/>
              </a:path>
              <a:path w="358775" h="243840">
                <a:moveTo>
                  <a:pt x="137413" y="24991"/>
                </a:moveTo>
                <a:lnTo>
                  <a:pt x="82378" y="24991"/>
                </a:lnTo>
                <a:lnTo>
                  <a:pt x="90628" y="25699"/>
                </a:lnTo>
                <a:lnTo>
                  <a:pt x="98257" y="27825"/>
                </a:lnTo>
                <a:lnTo>
                  <a:pt x="126792" y="59129"/>
                </a:lnTo>
                <a:lnTo>
                  <a:pt x="136576" y="106899"/>
                </a:lnTo>
                <a:lnTo>
                  <a:pt x="136988" y="121715"/>
                </a:lnTo>
                <a:lnTo>
                  <a:pt x="136091" y="143525"/>
                </a:lnTo>
                <a:lnTo>
                  <a:pt x="122641" y="192986"/>
                </a:lnTo>
                <a:lnTo>
                  <a:pt x="82378" y="217978"/>
                </a:lnTo>
                <a:lnTo>
                  <a:pt x="138143" y="217978"/>
                </a:lnTo>
                <a:lnTo>
                  <a:pt x="159289" y="173303"/>
                </a:lnTo>
                <a:lnTo>
                  <a:pt x="164756" y="121715"/>
                </a:lnTo>
                <a:lnTo>
                  <a:pt x="164264" y="106899"/>
                </a:lnTo>
                <a:lnTo>
                  <a:pt x="154921" y="56114"/>
                </a:lnTo>
                <a:lnTo>
                  <a:pt x="143004" y="32048"/>
                </a:lnTo>
                <a:lnTo>
                  <a:pt x="137413" y="24991"/>
                </a:lnTo>
                <a:close/>
              </a:path>
              <a:path w="358775" h="243840">
                <a:moveTo>
                  <a:pt x="339486" y="24991"/>
                </a:moveTo>
                <a:lnTo>
                  <a:pt x="290406" y="24991"/>
                </a:lnTo>
                <a:lnTo>
                  <a:pt x="298119" y="26649"/>
                </a:lnTo>
                <a:lnTo>
                  <a:pt x="310252" y="32511"/>
                </a:lnTo>
                <a:lnTo>
                  <a:pt x="311893" y="33321"/>
                </a:lnTo>
                <a:lnTo>
                  <a:pt x="317248" y="37988"/>
                </a:lnTo>
                <a:lnTo>
                  <a:pt x="321182" y="44081"/>
                </a:lnTo>
                <a:lnTo>
                  <a:pt x="325193" y="50175"/>
                </a:lnTo>
                <a:lnTo>
                  <a:pt x="327198" y="57387"/>
                </a:lnTo>
                <a:lnTo>
                  <a:pt x="327198" y="72967"/>
                </a:lnTo>
                <a:lnTo>
                  <a:pt x="325732" y="79909"/>
                </a:lnTo>
                <a:lnTo>
                  <a:pt x="322801" y="86543"/>
                </a:lnTo>
                <a:lnTo>
                  <a:pt x="319947" y="93099"/>
                </a:lnTo>
                <a:lnTo>
                  <a:pt x="293515" y="126474"/>
                </a:lnTo>
                <a:lnTo>
                  <a:pt x="208722" y="219366"/>
                </a:lnTo>
                <a:lnTo>
                  <a:pt x="208722" y="240192"/>
                </a:lnTo>
                <a:lnTo>
                  <a:pt x="358206" y="240192"/>
                </a:lnTo>
                <a:lnTo>
                  <a:pt x="358206" y="214738"/>
                </a:lnTo>
                <a:lnTo>
                  <a:pt x="248059" y="214738"/>
                </a:lnTo>
                <a:lnTo>
                  <a:pt x="248059" y="212887"/>
                </a:lnTo>
                <a:lnTo>
                  <a:pt x="301281" y="155963"/>
                </a:lnTo>
                <a:lnTo>
                  <a:pt x="326815" y="126936"/>
                </a:lnTo>
                <a:lnTo>
                  <a:pt x="349297" y="91287"/>
                </a:lnTo>
                <a:lnTo>
                  <a:pt x="353640" y="72967"/>
                </a:lnTo>
                <a:lnTo>
                  <a:pt x="353744" y="72218"/>
                </a:lnTo>
                <a:lnTo>
                  <a:pt x="354040" y="65717"/>
                </a:lnTo>
                <a:lnTo>
                  <a:pt x="353507" y="57387"/>
                </a:lnTo>
                <a:lnTo>
                  <a:pt x="353469" y="56786"/>
                </a:lnTo>
                <a:lnTo>
                  <a:pt x="351755" y="48275"/>
                </a:lnTo>
                <a:lnTo>
                  <a:pt x="348899" y="40183"/>
                </a:lnTo>
                <a:lnTo>
                  <a:pt x="344900" y="32511"/>
                </a:lnTo>
                <a:lnTo>
                  <a:pt x="339896" y="25432"/>
                </a:lnTo>
                <a:lnTo>
                  <a:pt x="339486" y="24991"/>
                </a:lnTo>
                <a:close/>
              </a:path>
              <a:path w="358775" h="243840">
                <a:moveTo>
                  <a:pt x="282769" y="0"/>
                </a:moveTo>
                <a:lnTo>
                  <a:pt x="245398" y="8793"/>
                </a:lnTo>
                <a:lnTo>
                  <a:pt x="215049" y="41507"/>
                </a:lnTo>
                <a:lnTo>
                  <a:pt x="212100" y="50175"/>
                </a:lnTo>
                <a:lnTo>
                  <a:pt x="212048" y="50329"/>
                </a:lnTo>
                <a:lnTo>
                  <a:pt x="210247" y="59787"/>
                </a:lnTo>
                <a:lnTo>
                  <a:pt x="209647" y="69882"/>
                </a:lnTo>
                <a:lnTo>
                  <a:pt x="236952" y="69882"/>
                </a:lnTo>
                <a:lnTo>
                  <a:pt x="236952" y="60857"/>
                </a:lnTo>
                <a:lnTo>
                  <a:pt x="238765" y="52990"/>
                </a:lnTo>
                <a:lnTo>
                  <a:pt x="272742" y="24991"/>
                </a:lnTo>
                <a:lnTo>
                  <a:pt x="339486" y="24991"/>
                </a:lnTo>
                <a:lnTo>
                  <a:pt x="334024" y="19119"/>
                </a:lnTo>
                <a:lnTo>
                  <a:pt x="292886" y="549"/>
                </a:lnTo>
                <a:lnTo>
                  <a:pt x="2827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35993" y="3908273"/>
            <a:ext cx="114935" cy="41910"/>
          </a:xfrm>
          <a:custGeom>
            <a:avLst/>
            <a:gdLst/>
            <a:ahLst/>
            <a:cxnLst/>
            <a:rect l="l" t="t" r="r" b="b"/>
            <a:pathLst>
              <a:path w="114935" h="41910">
                <a:moveTo>
                  <a:pt x="7440" y="0"/>
                </a:moveTo>
                <a:lnTo>
                  <a:pt x="1395" y="4515"/>
                </a:lnTo>
                <a:lnTo>
                  <a:pt x="930" y="10878"/>
                </a:lnTo>
                <a:lnTo>
                  <a:pt x="0" y="17245"/>
                </a:lnTo>
                <a:lnTo>
                  <a:pt x="4653" y="23067"/>
                </a:lnTo>
                <a:lnTo>
                  <a:pt x="32804" y="26772"/>
                </a:lnTo>
                <a:lnTo>
                  <a:pt x="54996" y="30121"/>
                </a:lnTo>
                <a:lnTo>
                  <a:pt x="77014" y="34282"/>
                </a:lnTo>
                <a:lnTo>
                  <a:pt x="98596" y="39610"/>
                </a:lnTo>
                <a:lnTo>
                  <a:pt x="104642" y="41354"/>
                </a:lnTo>
                <a:lnTo>
                  <a:pt x="111156" y="37764"/>
                </a:lnTo>
                <a:lnTo>
                  <a:pt x="82559" y="11688"/>
                </a:lnTo>
                <a:lnTo>
                  <a:pt x="36762" y="3829"/>
                </a:lnTo>
                <a:lnTo>
                  <a:pt x="74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1114" y="3660471"/>
            <a:ext cx="174867" cy="16755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2620625" y="3606468"/>
            <a:ext cx="27940" cy="107950"/>
          </a:xfrm>
          <a:custGeom>
            <a:avLst/>
            <a:gdLst/>
            <a:ahLst/>
            <a:cxnLst/>
            <a:rect l="l" t="t" r="r" b="b"/>
            <a:pathLst>
              <a:path w="27939" h="107950">
                <a:moveTo>
                  <a:pt x="17672" y="0"/>
                </a:moveTo>
                <a:lnTo>
                  <a:pt x="5114" y="697"/>
                </a:lnTo>
                <a:lnTo>
                  <a:pt x="0" y="6185"/>
                </a:lnTo>
                <a:lnTo>
                  <a:pt x="465" y="12589"/>
                </a:lnTo>
                <a:lnTo>
                  <a:pt x="4648" y="96531"/>
                </a:lnTo>
                <a:lnTo>
                  <a:pt x="4648" y="102940"/>
                </a:lnTo>
                <a:lnTo>
                  <a:pt x="10231" y="107888"/>
                </a:lnTo>
                <a:lnTo>
                  <a:pt x="23253" y="107260"/>
                </a:lnTo>
                <a:lnTo>
                  <a:pt x="27901" y="101805"/>
                </a:lnTo>
                <a:lnTo>
                  <a:pt x="27901" y="95392"/>
                </a:lnTo>
                <a:lnTo>
                  <a:pt x="23718" y="11324"/>
                </a:lnTo>
                <a:lnTo>
                  <a:pt x="23253" y="4915"/>
                </a:lnTo>
                <a:lnTo>
                  <a:pt x="17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455508" y="3526984"/>
            <a:ext cx="439420" cy="539750"/>
          </a:xfrm>
          <a:custGeom>
            <a:avLst/>
            <a:gdLst/>
            <a:ahLst/>
            <a:cxnLst/>
            <a:rect l="l" t="t" r="r" b="b"/>
            <a:pathLst>
              <a:path w="439419" h="539750">
                <a:moveTo>
                  <a:pt x="292595" y="246761"/>
                </a:moveTo>
                <a:lnTo>
                  <a:pt x="292265" y="240347"/>
                </a:lnTo>
                <a:lnTo>
                  <a:pt x="289191" y="235102"/>
                </a:lnTo>
                <a:lnTo>
                  <a:pt x="277101" y="211404"/>
                </a:lnTo>
                <a:lnTo>
                  <a:pt x="267284" y="185559"/>
                </a:lnTo>
                <a:lnTo>
                  <a:pt x="260019" y="158229"/>
                </a:lnTo>
                <a:lnTo>
                  <a:pt x="255587" y="130124"/>
                </a:lnTo>
                <a:lnTo>
                  <a:pt x="254241" y="102108"/>
                </a:lnTo>
                <a:lnTo>
                  <a:pt x="256184" y="75133"/>
                </a:lnTo>
                <a:lnTo>
                  <a:pt x="261518" y="49796"/>
                </a:lnTo>
                <a:lnTo>
                  <a:pt x="269900" y="27927"/>
                </a:lnTo>
                <a:lnTo>
                  <a:pt x="270129" y="27330"/>
                </a:lnTo>
                <a:lnTo>
                  <a:pt x="270370" y="26720"/>
                </a:lnTo>
                <a:lnTo>
                  <a:pt x="274421" y="18440"/>
                </a:lnTo>
                <a:lnTo>
                  <a:pt x="271805" y="8445"/>
                </a:lnTo>
                <a:lnTo>
                  <a:pt x="264223" y="3200"/>
                </a:lnTo>
                <a:lnTo>
                  <a:pt x="258140" y="444"/>
                </a:lnTo>
                <a:lnTo>
                  <a:pt x="251663" y="0"/>
                </a:lnTo>
                <a:lnTo>
                  <a:pt x="245808" y="1689"/>
                </a:lnTo>
                <a:lnTo>
                  <a:pt x="245808" y="231952"/>
                </a:lnTo>
                <a:lnTo>
                  <a:pt x="222961" y="237426"/>
                </a:lnTo>
                <a:lnTo>
                  <a:pt x="175374" y="253949"/>
                </a:lnTo>
                <a:lnTo>
                  <a:pt x="128828" y="275386"/>
                </a:lnTo>
                <a:lnTo>
                  <a:pt x="86614" y="300431"/>
                </a:lnTo>
                <a:lnTo>
                  <a:pt x="89306" y="260235"/>
                </a:lnTo>
                <a:lnTo>
                  <a:pt x="85585" y="215963"/>
                </a:lnTo>
                <a:lnTo>
                  <a:pt x="75272" y="172758"/>
                </a:lnTo>
                <a:lnTo>
                  <a:pt x="58521" y="130987"/>
                </a:lnTo>
                <a:lnTo>
                  <a:pt x="56705" y="127812"/>
                </a:lnTo>
                <a:lnTo>
                  <a:pt x="83731" y="128193"/>
                </a:lnTo>
                <a:lnTo>
                  <a:pt x="153657" y="109893"/>
                </a:lnTo>
                <a:lnTo>
                  <a:pt x="216738" y="74663"/>
                </a:lnTo>
                <a:lnTo>
                  <a:pt x="219062" y="72847"/>
                </a:lnTo>
                <a:lnTo>
                  <a:pt x="216979" y="101892"/>
                </a:lnTo>
                <a:lnTo>
                  <a:pt x="223545" y="165849"/>
                </a:lnTo>
                <a:lnTo>
                  <a:pt x="243065" y="226580"/>
                </a:lnTo>
                <a:lnTo>
                  <a:pt x="245808" y="231952"/>
                </a:lnTo>
                <a:lnTo>
                  <a:pt x="245808" y="1689"/>
                </a:lnTo>
                <a:lnTo>
                  <a:pt x="245427" y="1790"/>
                </a:lnTo>
                <a:lnTo>
                  <a:pt x="240055" y="5765"/>
                </a:lnTo>
                <a:lnTo>
                  <a:pt x="219532" y="25323"/>
                </a:lnTo>
                <a:lnTo>
                  <a:pt x="195287" y="44183"/>
                </a:lnTo>
                <a:lnTo>
                  <a:pt x="168224" y="61277"/>
                </a:lnTo>
                <a:lnTo>
                  <a:pt x="139217" y="75539"/>
                </a:lnTo>
                <a:lnTo>
                  <a:pt x="109448" y="85813"/>
                </a:lnTo>
                <a:lnTo>
                  <a:pt x="80391" y="91071"/>
                </a:lnTo>
                <a:lnTo>
                  <a:pt x="52692" y="90716"/>
                </a:lnTo>
                <a:lnTo>
                  <a:pt x="27051" y="84124"/>
                </a:lnTo>
                <a:lnTo>
                  <a:pt x="21602" y="81915"/>
                </a:lnTo>
                <a:lnTo>
                  <a:pt x="21602" y="97510"/>
                </a:lnTo>
                <a:lnTo>
                  <a:pt x="20002" y="101447"/>
                </a:lnTo>
                <a:lnTo>
                  <a:pt x="16725" y="103606"/>
                </a:lnTo>
                <a:lnTo>
                  <a:pt x="19964" y="101434"/>
                </a:lnTo>
                <a:lnTo>
                  <a:pt x="21602" y="97510"/>
                </a:lnTo>
                <a:lnTo>
                  <a:pt x="21602" y="81915"/>
                </a:lnTo>
                <a:lnTo>
                  <a:pt x="19469" y="81038"/>
                </a:lnTo>
                <a:lnTo>
                  <a:pt x="10756" y="83273"/>
                </a:lnTo>
                <a:lnTo>
                  <a:pt x="419" y="95973"/>
                </a:lnTo>
                <a:lnTo>
                  <a:pt x="0" y="104952"/>
                </a:lnTo>
                <a:lnTo>
                  <a:pt x="4559" y="111760"/>
                </a:lnTo>
                <a:lnTo>
                  <a:pt x="28346" y="154355"/>
                </a:lnTo>
                <a:lnTo>
                  <a:pt x="44043" y="198970"/>
                </a:lnTo>
                <a:lnTo>
                  <a:pt x="51447" y="245097"/>
                </a:lnTo>
                <a:lnTo>
                  <a:pt x="50380" y="292265"/>
                </a:lnTo>
                <a:lnTo>
                  <a:pt x="40627" y="339953"/>
                </a:lnTo>
                <a:lnTo>
                  <a:pt x="38265" y="347929"/>
                </a:lnTo>
                <a:lnTo>
                  <a:pt x="41465" y="356501"/>
                </a:lnTo>
                <a:lnTo>
                  <a:pt x="55486" y="365429"/>
                </a:lnTo>
                <a:lnTo>
                  <a:pt x="64617" y="364718"/>
                </a:lnTo>
                <a:lnTo>
                  <a:pt x="70840" y="359206"/>
                </a:lnTo>
                <a:lnTo>
                  <a:pt x="106235" y="332028"/>
                </a:lnTo>
                <a:lnTo>
                  <a:pt x="146240" y="308330"/>
                </a:lnTo>
                <a:lnTo>
                  <a:pt x="189115" y="288594"/>
                </a:lnTo>
                <a:lnTo>
                  <a:pt x="233121" y="273278"/>
                </a:lnTo>
                <a:lnTo>
                  <a:pt x="274586" y="263321"/>
                </a:lnTo>
                <a:lnTo>
                  <a:pt x="282473" y="261759"/>
                </a:lnTo>
                <a:lnTo>
                  <a:pt x="287540" y="257810"/>
                </a:lnTo>
                <a:lnTo>
                  <a:pt x="292595" y="246761"/>
                </a:lnTo>
                <a:close/>
              </a:path>
              <a:path w="439419" h="539750">
                <a:moveTo>
                  <a:pt x="439356" y="394220"/>
                </a:moveTo>
                <a:lnTo>
                  <a:pt x="436092" y="385597"/>
                </a:lnTo>
                <a:lnTo>
                  <a:pt x="432650" y="379869"/>
                </a:lnTo>
                <a:lnTo>
                  <a:pt x="427583" y="375831"/>
                </a:lnTo>
                <a:lnTo>
                  <a:pt x="421424" y="373761"/>
                </a:lnTo>
                <a:lnTo>
                  <a:pt x="414743" y="373976"/>
                </a:lnTo>
                <a:lnTo>
                  <a:pt x="397205" y="376745"/>
                </a:lnTo>
                <a:lnTo>
                  <a:pt x="378155" y="377825"/>
                </a:lnTo>
                <a:lnTo>
                  <a:pt x="377964" y="377837"/>
                </a:lnTo>
                <a:lnTo>
                  <a:pt x="366852" y="377393"/>
                </a:lnTo>
                <a:lnTo>
                  <a:pt x="366852" y="414629"/>
                </a:lnTo>
                <a:lnTo>
                  <a:pt x="342201" y="457288"/>
                </a:lnTo>
                <a:lnTo>
                  <a:pt x="330682" y="494753"/>
                </a:lnTo>
                <a:lnTo>
                  <a:pt x="315734" y="489191"/>
                </a:lnTo>
                <a:lnTo>
                  <a:pt x="274777" y="479437"/>
                </a:lnTo>
                <a:lnTo>
                  <a:pt x="238772" y="475500"/>
                </a:lnTo>
                <a:lnTo>
                  <a:pt x="261886" y="438505"/>
                </a:lnTo>
                <a:lnTo>
                  <a:pt x="272338" y="408279"/>
                </a:lnTo>
                <a:lnTo>
                  <a:pt x="276517" y="396201"/>
                </a:lnTo>
                <a:lnTo>
                  <a:pt x="277368" y="388937"/>
                </a:lnTo>
                <a:lnTo>
                  <a:pt x="330187" y="410527"/>
                </a:lnTo>
                <a:lnTo>
                  <a:pt x="366852" y="414629"/>
                </a:lnTo>
                <a:lnTo>
                  <a:pt x="366852" y="377393"/>
                </a:lnTo>
                <a:lnTo>
                  <a:pt x="357873" y="377024"/>
                </a:lnTo>
                <a:lnTo>
                  <a:pt x="337807" y="374040"/>
                </a:lnTo>
                <a:lnTo>
                  <a:pt x="289001" y="351764"/>
                </a:lnTo>
                <a:lnTo>
                  <a:pt x="274332" y="333197"/>
                </a:lnTo>
                <a:lnTo>
                  <a:pt x="265887" y="330085"/>
                </a:lnTo>
                <a:lnTo>
                  <a:pt x="250164" y="334657"/>
                </a:lnTo>
                <a:lnTo>
                  <a:pt x="244652" y="341896"/>
                </a:lnTo>
                <a:lnTo>
                  <a:pt x="244716" y="342023"/>
                </a:lnTo>
                <a:lnTo>
                  <a:pt x="244602" y="349999"/>
                </a:lnTo>
                <a:lnTo>
                  <a:pt x="228244" y="422465"/>
                </a:lnTo>
                <a:lnTo>
                  <a:pt x="182092" y="480288"/>
                </a:lnTo>
                <a:lnTo>
                  <a:pt x="175628" y="485508"/>
                </a:lnTo>
                <a:lnTo>
                  <a:pt x="173393" y="494385"/>
                </a:lnTo>
                <a:lnTo>
                  <a:pt x="179857" y="509701"/>
                </a:lnTo>
                <a:lnTo>
                  <a:pt x="187769" y="514299"/>
                </a:lnTo>
                <a:lnTo>
                  <a:pt x="196024" y="513295"/>
                </a:lnTo>
                <a:lnTo>
                  <a:pt x="231444" y="512076"/>
                </a:lnTo>
                <a:lnTo>
                  <a:pt x="304596" y="524751"/>
                </a:lnTo>
                <a:lnTo>
                  <a:pt x="343585" y="539661"/>
                </a:lnTo>
                <a:lnTo>
                  <a:pt x="349999" y="539292"/>
                </a:lnTo>
                <a:lnTo>
                  <a:pt x="360438" y="533069"/>
                </a:lnTo>
                <a:lnTo>
                  <a:pt x="363816" y="527608"/>
                </a:lnTo>
                <a:lnTo>
                  <a:pt x="364261" y="521550"/>
                </a:lnTo>
                <a:lnTo>
                  <a:pt x="345681" y="520179"/>
                </a:lnTo>
                <a:lnTo>
                  <a:pt x="362737" y="521436"/>
                </a:lnTo>
                <a:lnTo>
                  <a:pt x="364261" y="521550"/>
                </a:lnTo>
                <a:lnTo>
                  <a:pt x="366445" y="505142"/>
                </a:lnTo>
                <a:lnTo>
                  <a:pt x="370573" y="488391"/>
                </a:lnTo>
                <a:lnTo>
                  <a:pt x="376542" y="471754"/>
                </a:lnTo>
                <a:lnTo>
                  <a:pt x="384251" y="455688"/>
                </a:lnTo>
                <a:lnTo>
                  <a:pt x="393509" y="440829"/>
                </a:lnTo>
                <a:lnTo>
                  <a:pt x="403834" y="427951"/>
                </a:lnTo>
                <a:lnTo>
                  <a:pt x="403961" y="427786"/>
                </a:lnTo>
                <a:lnTo>
                  <a:pt x="415442" y="416890"/>
                </a:lnTo>
                <a:lnTo>
                  <a:pt x="426720" y="409168"/>
                </a:lnTo>
                <a:lnTo>
                  <a:pt x="427253" y="408813"/>
                </a:lnTo>
                <a:lnTo>
                  <a:pt x="427786" y="408444"/>
                </a:lnTo>
                <a:lnTo>
                  <a:pt x="435825" y="403936"/>
                </a:lnTo>
                <a:lnTo>
                  <a:pt x="439356" y="39422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99597" y="1208688"/>
            <a:ext cx="6780460" cy="5667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583" y="2566121"/>
            <a:ext cx="6549783" cy="4841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33900" y="9461500"/>
            <a:ext cx="685800" cy="673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6581" y="4252190"/>
            <a:ext cx="6674088" cy="42602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916581" y="5382490"/>
            <a:ext cx="3856990" cy="426084"/>
          </a:xfrm>
          <a:custGeom>
            <a:avLst/>
            <a:gdLst/>
            <a:ahLst/>
            <a:cxnLst/>
            <a:rect l="l" t="t" r="r" b="b"/>
            <a:pathLst>
              <a:path w="3856990" h="426085">
                <a:moveTo>
                  <a:pt x="71437" y="94817"/>
                </a:moveTo>
                <a:lnTo>
                  <a:pt x="27844" y="109764"/>
                </a:lnTo>
                <a:lnTo>
                  <a:pt x="2394" y="147380"/>
                </a:lnTo>
                <a:lnTo>
                  <a:pt x="0" y="166254"/>
                </a:lnTo>
                <a:lnTo>
                  <a:pt x="598" y="175864"/>
                </a:lnTo>
                <a:lnTo>
                  <a:pt x="20944" y="216747"/>
                </a:lnTo>
                <a:lnTo>
                  <a:pt x="61827" y="237093"/>
                </a:lnTo>
                <a:lnTo>
                  <a:pt x="71437" y="237692"/>
                </a:lnTo>
                <a:lnTo>
                  <a:pt x="81107" y="237093"/>
                </a:lnTo>
                <a:lnTo>
                  <a:pt x="121890" y="216747"/>
                </a:lnTo>
                <a:lnTo>
                  <a:pt x="142266" y="175864"/>
                </a:lnTo>
                <a:lnTo>
                  <a:pt x="142874" y="166254"/>
                </a:lnTo>
                <a:lnTo>
                  <a:pt x="142266" y="156584"/>
                </a:lnTo>
                <a:lnTo>
                  <a:pt x="121890" y="115801"/>
                </a:lnTo>
                <a:lnTo>
                  <a:pt x="81107" y="95425"/>
                </a:lnTo>
                <a:lnTo>
                  <a:pt x="71437" y="94817"/>
                </a:lnTo>
                <a:close/>
              </a:path>
              <a:path w="3856990" h="426085">
                <a:moveTo>
                  <a:pt x="377441" y="0"/>
                </a:moveTo>
                <a:lnTo>
                  <a:pt x="324188" y="0"/>
                </a:lnTo>
                <a:lnTo>
                  <a:pt x="441085" y="249544"/>
                </a:lnTo>
                <a:lnTo>
                  <a:pt x="436377" y="261396"/>
                </a:lnTo>
                <a:lnTo>
                  <a:pt x="413972" y="288672"/>
                </a:lnTo>
                <a:lnTo>
                  <a:pt x="408560" y="291486"/>
                </a:lnTo>
                <a:lnTo>
                  <a:pt x="401687" y="292893"/>
                </a:lnTo>
                <a:lnTo>
                  <a:pt x="373382" y="292893"/>
                </a:lnTo>
                <a:lnTo>
                  <a:pt x="373382" y="337055"/>
                </a:lnTo>
                <a:lnTo>
                  <a:pt x="396112" y="337055"/>
                </a:lnTo>
                <a:lnTo>
                  <a:pt x="408462" y="336517"/>
                </a:lnTo>
                <a:lnTo>
                  <a:pt x="445317" y="323731"/>
                </a:lnTo>
                <a:lnTo>
                  <a:pt x="472015" y="290823"/>
                </a:lnTo>
                <a:lnTo>
                  <a:pt x="514449" y="192231"/>
                </a:lnTo>
                <a:lnTo>
                  <a:pt x="464627" y="192231"/>
                </a:lnTo>
                <a:lnTo>
                  <a:pt x="377441" y="0"/>
                </a:lnTo>
                <a:close/>
              </a:path>
              <a:path w="3856990" h="426085">
                <a:moveTo>
                  <a:pt x="594838" y="0"/>
                </a:moveTo>
                <a:lnTo>
                  <a:pt x="542234" y="0"/>
                </a:lnTo>
                <a:lnTo>
                  <a:pt x="464627" y="192231"/>
                </a:lnTo>
                <a:lnTo>
                  <a:pt x="514449" y="192231"/>
                </a:lnTo>
                <a:lnTo>
                  <a:pt x="594838" y="0"/>
                </a:lnTo>
                <a:close/>
              </a:path>
              <a:path w="3856990" h="426085">
                <a:moveTo>
                  <a:pt x="667494" y="83127"/>
                </a:moveTo>
                <a:lnTo>
                  <a:pt x="620085" y="83127"/>
                </a:lnTo>
                <a:lnTo>
                  <a:pt x="620085" y="426027"/>
                </a:lnTo>
                <a:lnTo>
                  <a:pt x="668630" y="426027"/>
                </a:lnTo>
                <a:lnTo>
                  <a:pt x="668630" y="293705"/>
                </a:lnTo>
                <a:lnTo>
                  <a:pt x="715618" y="293705"/>
                </a:lnTo>
                <a:lnTo>
                  <a:pt x="679528" y="263293"/>
                </a:lnTo>
                <a:lnTo>
                  <a:pt x="668133" y="220563"/>
                </a:lnTo>
                <a:lnTo>
                  <a:pt x="667656" y="207818"/>
                </a:lnTo>
                <a:lnTo>
                  <a:pt x="668102" y="195793"/>
                </a:lnTo>
                <a:lnTo>
                  <a:pt x="668123" y="195235"/>
                </a:lnTo>
                <a:lnTo>
                  <a:pt x="669412" y="184398"/>
                </a:lnTo>
                <a:lnTo>
                  <a:pt x="669523" y="183464"/>
                </a:lnTo>
                <a:lnTo>
                  <a:pt x="671857" y="172505"/>
                </a:lnTo>
                <a:lnTo>
                  <a:pt x="690254" y="137973"/>
                </a:lnTo>
                <a:lnTo>
                  <a:pt x="712973" y="123960"/>
                </a:lnTo>
                <a:lnTo>
                  <a:pt x="712721" y="123960"/>
                </a:lnTo>
                <a:lnTo>
                  <a:pt x="714579" y="123554"/>
                </a:lnTo>
                <a:lnTo>
                  <a:pt x="667494" y="123554"/>
                </a:lnTo>
                <a:lnTo>
                  <a:pt x="667494" y="83127"/>
                </a:lnTo>
                <a:close/>
              </a:path>
              <a:path w="3856990" h="426085">
                <a:moveTo>
                  <a:pt x="715618" y="293705"/>
                </a:moveTo>
                <a:lnTo>
                  <a:pt x="671553" y="293705"/>
                </a:lnTo>
                <a:lnTo>
                  <a:pt x="674475" y="299009"/>
                </a:lnTo>
                <a:lnTo>
                  <a:pt x="706460" y="329749"/>
                </a:lnTo>
                <a:lnTo>
                  <a:pt x="743640" y="337379"/>
                </a:lnTo>
                <a:lnTo>
                  <a:pt x="758323" y="336415"/>
                </a:lnTo>
                <a:lnTo>
                  <a:pt x="797380" y="321955"/>
                </a:lnTo>
                <a:lnTo>
                  <a:pt x="823553" y="295978"/>
                </a:lnTo>
                <a:lnTo>
                  <a:pt x="732762" y="295978"/>
                </a:lnTo>
                <a:lnTo>
                  <a:pt x="722695" y="295288"/>
                </a:lnTo>
                <a:lnTo>
                  <a:pt x="715618" y="293705"/>
                </a:lnTo>
                <a:close/>
              </a:path>
              <a:path w="3856990" h="426085">
                <a:moveTo>
                  <a:pt x="823572" y="121119"/>
                </a:moveTo>
                <a:lnTo>
                  <a:pt x="732762" y="121119"/>
                </a:lnTo>
                <a:lnTo>
                  <a:pt x="743264" y="121829"/>
                </a:lnTo>
                <a:lnTo>
                  <a:pt x="752853" y="123960"/>
                </a:lnTo>
                <a:lnTo>
                  <a:pt x="787275" y="154240"/>
                </a:lnTo>
                <a:lnTo>
                  <a:pt x="798306" y="195235"/>
                </a:lnTo>
                <a:lnTo>
                  <a:pt x="798841" y="207818"/>
                </a:lnTo>
                <a:lnTo>
                  <a:pt x="798364" y="220005"/>
                </a:lnTo>
                <a:lnTo>
                  <a:pt x="787030" y="262258"/>
                </a:lnTo>
                <a:lnTo>
                  <a:pt x="752439" y="293218"/>
                </a:lnTo>
                <a:lnTo>
                  <a:pt x="752194" y="293218"/>
                </a:lnTo>
                <a:lnTo>
                  <a:pt x="743059" y="295288"/>
                </a:lnTo>
                <a:lnTo>
                  <a:pt x="742752" y="295288"/>
                </a:lnTo>
                <a:lnTo>
                  <a:pt x="732762" y="295978"/>
                </a:lnTo>
                <a:lnTo>
                  <a:pt x="823553" y="295978"/>
                </a:lnTo>
                <a:lnTo>
                  <a:pt x="844504" y="245850"/>
                </a:lnTo>
                <a:lnTo>
                  <a:pt x="847873" y="208305"/>
                </a:lnTo>
                <a:lnTo>
                  <a:pt x="847021" y="188822"/>
                </a:lnTo>
                <a:lnTo>
                  <a:pt x="844464" y="170800"/>
                </a:lnTo>
                <a:lnTo>
                  <a:pt x="840202" y="154240"/>
                </a:lnTo>
                <a:lnTo>
                  <a:pt x="834235" y="139140"/>
                </a:lnTo>
                <a:lnTo>
                  <a:pt x="826858" y="125614"/>
                </a:lnTo>
                <a:lnTo>
                  <a:pt x="823572" y="121119"/>
                </a:lnTo>
                <a:close/>
              </a:path>
              <a:path w="3856990" h="426085">
                <a:moveTo>
                  <a:pt x="743152" y="79880"/>
                </a:moveTo>
                <a:lnTo>
                  <a:pt x="705810" y="87673"/>
                </a:lnTo>
                <a:lnTo>
                  <a:pt x="674367" y="118358"/>
                </a:lnTo>
                <a:lnTo>
                  <a:pt x="671553" y="123554"/>
                </a:lnTo>
                <a:lnTo>
                  <a:pt x="714579" y="123554"/>
                </a:lnTo>
                <a:lnTo>
                  <a:pt x="722475" y="121829"/>
                </a:lnTo>
                <a:lnTo>
                  <a:pt x="722160" y="121829"/>
                </a:lnTo>
                <a:lnTo>
                  <a:pt x="732762" y="121119"/>
                </a:lnTo>
                <a:lnTo>
                  <a:pt x="823572" y="121119"/>
                </a:lnTo>
                <a:lnTo>
                  <a:pt x="818202" y="113772"/>
                </a:lnTo>
                <a:lnTo>
                  <a:pt x="784797" y="88464"/>
                </a:lnTo>
                <a:lnTo>
                  <a:pt x="757846" y="80833"/>
                </a:lnTo>
                <a:lnTo>
                  <a:pt x="743152" y="79880"/>
                </a:lnTo>
                <a:close/>
              </a:path>
              <a:path w="3856990" h="426085">
                <a:moveTo>
                  <a:pt x="1007309" y="79880"/>
                </a:moveTo>
                <a:lnTo>
                  <a:pt x="959728" y="88921"/>
                </a:lnTo>
                <a:lnTo>
                  <a:pt x="922883" y="115274"/>
                </a:lnTo>
                <a:lnTo>
                  <a:pt x="899189" y="156228"/>
                </a:lnTo>
                <a:lnTo>
                  <a:pt x="891068" y="208792"/>
                </a:lnTo>
                <a:lnTo>
                  <a:pt x="891061" y="208954"/>
                </a:lnTo>
                <a:lnTo>
                  <a:pt x="891964" y="227666"/>
                </a:lnTo>
                <a:lnTo>
                  <a:pt x="905510" y="276495"/>
                </a:lnTo>
                <a:lnTo>
                  <a:pt x="933761" y="312630"/>
                </a:lnTo>
                <a:lnTo>
                  <a:pt x="974472" y="333523"/>
                </a:lnTo>
                <a:lnTo>
                  <a:pt x="1007309" y="337542"/>
                </a:lnTo>
                <a:lnTo>
                  <a:pt x="1024285" y="336537"/>
                </a:lnTo>
                <a:lnTo>
                  <a:pt x="1068518" y="321468"/>
                </a:lnTo>
                <a:lnTo>
                  <a:pt x="1095955" y="296790"/>
                </a:lnTo>
                <a:lnTo>
                  <a:pt x="1007471" y="296790"/>
                </a:lnTo>
                <a:lnTo>
                  <a:pt x="996512" y="296039"/>
                </a:lnTo>
                <a:lnTo>
                  <a:pt x="962488" y="278271"/>
                </a:lnTo>
                <a:lnTo>
                  <a:pt x="944111" y="242552"/>
                </a:lnTo>
                <a:lnTo>
                  <a:pt x="940099" y="208954"/>
                </a:lnTo>
                <a:lnTo>
                  <a:pt x="940539" y="197102"/>
                </a:lnTo>
                <a:lnTo>
                  <a:pt x="951366" y="155386"/>
                </a:lnTo>
                <a:lnTo>
                  <a:pt x="977440" y="127369"/>
                </a:lnTo>
                <a:lnTo>
                  <a:pt x="1007471" y="120469"/>
                </a:lnTo>
                <a:lnTo>
                  <a:pt x="1095780" y="120469"/>
                </a:lnTo>
                <a:lnTo>
                  <a:pt x="1091735" y="115274"/>
                </a:lnTo>
                <a:lnTo>
                  <a:pt x="1054890" y="88921"/>
                </a:lnTo>
                <a:lnTo>
                  <a:pt x="1024285" y="80884"/>
                </a:lnTo>
                <a:lnTo>
                  <a:pt x="1007309" y="79880"/>
                </a:lnTo>
                <a:close/>
              </a:path>
              <a:path w="3856990" h="426085">
                <a:moveTo>
                  <a:pt x="1095780" y="120469"/>
                </a:moveTo>
                <a:lnTo>
                  <a:pt x="1007471" y="120469"/>
                </a:lnTo>
                <a:lnTo>
                  <a:pt x="1018349" y="121230"/>
                </a:lnTo>
                <a:lnTo>
                  <a:pt x="1028253" y="123513"/>
                </a:lnTo>
                <a:lnTo>
                  <a:pt x="1063160" y="155386"/>
                </a:lnTo>
                <a:lnTo>
                  <a:pt x="1074068" y="197102"/>
                </a:lnTo>
                <a:lnTo>
                  <a:pt x="1074525" y="208792"/>
                </a:lnTo>
                <a:lnTo>
                  <a:pt x="1074068" y="220553"/>
                </a:lnTo>
                <a:lnTo>
                  <a:pt x="1063160" y="262279"/>
                </a:lnTo>
                <a:lnTo>
                  <a:pt x="1036917" y="290143"/>
                </a:lnTo>
                <a:lnTo>
                  <a:pt x="1007471" y="296790"/>
                </a:lnTo>
                <a:lnTo>
                  <a:pt x="1095955" y="296790"/>
                </a:lnTo>
                <a:lnTo>
                  <a:pt x="1115429" y="261436"/>
                </a:lnTo>
                <a:lnTo>
                  <a:pt x="1123557" y="208954"/>
                </a:lnTo>
                <a:lnTo>
                  <a:pt x="1122654" y="190161"/>
                </a:lnTo>
                <a:lnTo>
                  <a:pt x="1119945" y="172586"/>
                </a:lnTo>
                <a:lnTo>
                  <a:pt x="1115429" y="156228"/>
                </a:lnTo>
                <a:lnTo>
                  <a:pt x="1109107" y="141089"/>
                </a:lnTo>
                <a:lnTo>
                  <a:pt x="1101152" y="127369"/>
                </a:lnTo>
                <a:lnTo>
                  <a:pt x="1095780" y="120469"/>
                </a:lnTo>
                <a:close/>
              </a:path>
              <a:path w="3856990" h="426085">
                <a:moveTo>
                  <a:pt x="1226289" y="83127"/>
                </a:moveTo>
                <a:lnTo>
                  <a:pt x="1177744" y="83127"/>
                </a:lnTo>
                <a:lnTo>
                  <a:pt x="1177744" y="332509"/>
                </a:lnTo>
                <a:lnTo>
                  <a:pt x="1226289" y="332509"/>
                </a:lnTo>
                <a:lnTo>
                  <a:pt x="1226289" y="232821"/>
                </a:lnTo>
                <a:lnTo>
                  <a:pt x="1317132" y="232821"/>
                </a:lnTo>
                <a:lnTo>
                  <a:pt x="1295454" y="204408"/>
                </a:lnTo>
                <a:lnTo>
                  <a:pt x="1308774" y="187685"/>
                </a:lnTo>
                <a:lnTo>
                  <a:pt x="1226289" y="187685"/>
                </a:lnTo>
                <a:lnTo>
                  <a:pt x="1226289" y="83127"/>
                </a:lnTo>
                <a:close/>
              </a:path>
              <a:path w="3856990" h="426085">
                <a:moveTo>
                  <a:pt x="1317132" y="232821"/>
                </a:moveTo>
                <a:lnTo>
                  <a:pt x="1257787" y="232821"/>
                </a:lnTo>
                <a:lnTo>
                  <a:pt x="1332958" y="332509"/>
                </a:lnTo>
                <a:lnTo>
                  <a:pt x="1393193" y="332509"/>
                </a:lnTo>
                <a:lnTo>
                  <a:pt x="1317132" y="232821"/>
                </a:lnTo>
                <a:close/>
              </a:path>
              <a:path w="3856990" h="426085">
                <a:moveTo>
                  <a:pt x="1392057" y="83127"/>
                </a:moveTo>
                <a:lnTo>
                  <a:pt x="1331984" y="83127"/>
                </a:lnTo>
                <a:lnTo>
                  <a:pt x="1249669" y="187685"/>
                </a:lnTo>
                <a:lnTo>
                  <a:pt x="1308774" y="187685"/>
                </a:lnTo>
                <a:lnTo>
                  <a:pt x="1392057" y="83127"/>
                </a:lnTo>
                <a:close/>
              </a:path>
              <a:path w="3856990" h="426085">
                <a:moveTo>
                  <a:pt x="1478472" y="83127"/>
                </a:moveTo>
                <a:lnTo>
                  <a:pt x="1430901" y="83127"/>
                </a:lnTo>
                <a:lnTo>
                  <a:pt x="1430901" y="332509"/>
                </a:lnTo>
                <a:lnTo>
                  <a:pt x="1483667" y="332509"/>
                </a:lnTo>
                <a:lnTo>
                  <a:pt x="1524679" y="264481"/>
                </a:lnTo>
                <a:lnTo>
                  <a:pt x="1478472" y="264481"/>
                </a:lnTo>
                <a:lnTo>
                  <a:pt x="1478472" y="83127"/>
                </a:lnTo>
                <a:close/>
              </a:path>
              <a:path w="3856990" h="426085">
                <a:moveTo>
                  <a:pt x="1640667" y="150992"/>
                </a:moveTo>
                <a:lnTo>
                  <a:pt x="1593096" y="150992"/>
                </a:lnTo>
                <a:lnTo>
                  <a:pt x="1593096" y="332509"/>
                </a:lnTo>
                <a:lnTo>
                  <a:pt x="1640667" y="332509"/>
                </a:lnTo>
                <a:lnTo>
                  <a:pt x="1640667" y="150992"/>
                </a:lnTo>
                <a:close/>
              </a:path>
              <a:path w="3856990" h="426085">
                <a:moveTo>
                  <a:pt x="1640667" y="83127"/>
                </a:moveTo>
                <a:lnTo>
                  <a:pt x="1588388" y="83127"/>
                </a:lnTo>
                <a:lnTo>
                  <a:pt x="1478472" y="264481"/>
                </a:lnTo>
                <a:lnTo>
                  <a:pt x="1524679" y="264481"/>
                </a:lnTo>
                <a:lnTo>
                  <a:pt x="1593096" y="150992"/>
                </a:lnTo>
                <a:lnTo>
                  <a:pt x="1640667" y="150992"/>
                </a:lnTo>
                <a:lnTo>
                  <a:pt x="1640667" y="83127"/>
                </a:lnTo>
                <a:close/>
              </a:path>
              <a:path w="3856990" h="426085">
                <a:moveTo>
                  <a:pt x="1874503" y="83127"/>
                </a:moveTo>
                <a:lnTo>
                  <a:pt x="1826932" y="83127"/>
                </a:lnTo>
                <a:lnTo>
                  <a:pt x="1826932" y="332509"/>
                </a:lnTo>
                <a:lnTo>
                  <a:pt x="1879699" y="332509"/>
                </a:lnTo>
                <a:lnTo>
                  <a:pt x="1920710" y="264481"/>
                </a:lnTo>
                <a:lnTo>
                  <a:pt x="1874503" y="264481"/>
                </a:lnTo>
                <a:lnTo>
                  <a:pt x="1874503" y="83127"/>
                </a:lnTo>
                <a:close/>
              </a:path>
              <a:path w="3856990" h="426085">
                <a:moveTo>
                  <a:pt x="2036699" y="150992"/>
                </a:moveTo>
                <a:lnTo>
                  <a:pt x="1989128" y="150992"/>
                </a:lnTo>
                <a:lnTo>
                  <a:pt x="1989128" y="332509"/>
                </a:lnTo>
                <a:lnTo>
                  <a:pt x="2036699" y="332509"/>
                </a:lnTo>
                <a:lnTo>
                  <a:pt x="2036699" y="150992"/>
                </a:lnTo>
                <a:close/>
              </a:path>
              <a:path w="3856990" h="426085">
                <a:moveTo>
                  <a:pt x="2036699" y="83127"/>
                </a:moveTo>
                <a:lnTo>
                  <a:pt x="1984420" y="83127"/>
                </a:lnTo>
                <a:lnTo>
                  <a:pt x="1874503" y="264481"/>
                </a:lnTo>
                <a:lnTo>
                  <a:pt x="1920710" y="264481"/>
                </a:lnTo>
                <a:lnTo>
                  <a:pt x="1989128" y="150992"/>
                </a:lnTo>
                <a:lnTo>
                  <a:pt x="2036699" y="150992"/>
                </a:lnTo>
                <a:lnTo>
                  <a:pt x="2036699" y="83127"/>
                </a:lnTo>
                <a:close/>
              </a:path>
              <a:path w="3856990" h="426085">
                <a:moveTo>
                  <a:pt x="2242609" y="83127"/>
                </a:moveTo>
                <a:lnTo>
                  <a:pt x="2222964" y="83127"/>
                </a:lnTo>
                <a:lnTo>
                  <a:pt x="2222964" y="332509"/>
                </a:lnTo>
                <a:lnTo>
                  <a:pt x="2270535" y="332509"/>
                </a:lnTo>
                <a:lnTo>
                  <a:pt x="2270535" y="151212"/>
                </a:lnTo>
                <a:lnTo>
                  <a:pt x="2242609" y="83127"/>
                </a:lnTo>
                <a:close/>
              </a:path>
              <a:path w="3856990" h="426085">
                <a:moveTo>
                  <a:pt x="2284011" y="83127"/>
                </a:moveTo>
                <a:lnTo>
                  <a:pt x="2270535" y="83127"/>
                </a:lnTo>
                <a:lnTo>
                  <a:pt x="2270535" y="151212"/>
                </a:lnTo>
                <a:lnTo>
                  <a:pt x="2344895" y="332509"/>
                </a:lnTo>
                <a:lnTo>
                  <a:pt x="2380938" y="332509"/>
                </a:lnTo>
                <a:lnTo>
                  <a:pt x="2406086" y="272436"/>
                </a:lnTo>
                <a:lnTo>
                  <a:pt x="2362917" y="272436"/>
                </a:lnTo>
                <a:lnTo>
                  <a:pt x="2284011" y="83127"/>
                </a:lnTo>
                <a:close/>
              </a:path>
              <a:path w="3856990" h="426085">
                <a:moveTo>
                  <a:pt x="2503843" y="83127"/>
                </a:moveTo>
                <a:lnTo>
                  <a:pt x="2485335" y="83127"/>
                </a:lnTo>
                <a:lnTo>
                  <a:pt x="2456597" y="151775"/>
                </a:lnTo>
                <a:lnTo>
                  <a:pt x="2456597" y="332509"/>
                </a:lnTo>
                <a:lnTo>
                  <a:pt x="2503843" y="332509"/>
                </a:lnTo>
                <a:lnTo>
                  <a:pt x="2503843" y="83127"/>
                </a:lnTo>
                <a:close/>
              </a:path>
              <a:path w="3856990" h="426085">
                <a:moveTo>
                  <a:pt x="2456597" y="83127"/>
                </a:moveTo>
                <a:lnTo>
                  <a:pt x="2443446" y="83127"/>
                </a:lnTo>
                <a:lnTo>
                  <a:pt x="2362917" y="272436"/>
                </a:lnTo>
                <a:lnTo>
                  <a:pt x="2406086" y="272436"/>
                </a:lnTo>
                <a:lnTo>
                  <a:pt x="2456597" y="151775"/>
                </a:lnTo>
                <a:lnTo>
                  <a:pt x="2456597" y="83127"/>
                </a:lnTo>
                <a:close/>
              </a:path>
              <a:path w="3856990" h="426085">
                <a:moveTo>
                  <a:pt x="2485335" y="83127"/>
                </a:moveTo>
                <a:lnTo>
                  <a:pt x="2456597" y="83127"/>
                </a:lnTo>
                <a:lnTo>
                  <a:pt x="2456597" y="151775"/>
                </a:lnTo>
                <a:lnTo>
                  <a:pt x="2485335" y="83127"/>
                </a:lnTo>
                <a:close/>
              </a:path>
              <a:path w="3856990" h="426085">
                <a:moveTo>
                  <a:pt x="2270535" y="83127"/>
                </a:moveTo>
                <a:lnTo>
                  <a:pt x="2242609" y="83127"/>
                </a:lnTo>
                <a:lnTo>
                  <a:pt x="2270535" y="151212"/>
                </a:lnTo>
                <a:lnTo>
                  <a:pt x="2270535" y="83127"/>
                </a:lnTo>
                <a:close/>
              </a:path>
              <a:path w="3856990" h="426085">
                <a:moveTo>
                  <a:pt x="2673589" y="79880"/>
                </a:moveTo>
                <a:lnTo>
                  <a:pt x="2626007" y="88921"/>
                </a:lnTo>
                <a:lnTo>
                  <a:pt x="2589162" y="115274"/>
                </a:lnTo>
                <a:lnTo>
                  <a:pt x="2565468" y="156228"/>
                </a:lnTo>
                <a:lnTo>
                  <a:pt x="2557348" y="208792"/>
                </a:lnTo>
                <a:lnTo>
                  <a:pt x="2557340" y="208954"/>
                </a:lnTo>
                <a:lnTo>
                  <a:pt x="2565468" y="261436"/>
                </a:lnTo>
                <a:lnTo>
                  <a:pt x="2589162" y="302188"/>
                </a:lnTo>
                <a:lnTo>
                  <a:pt x="2626007" y="328500"/>
                </a:lnTo>
                <a:lnTo>
                  <a:pt x="2673589" y="337542"/>
                </a:lnTo>
                <a:lnTo>
                  <a:pt x="2690565" y="336537"/>
                </a:lnTo>
                <a:lnTo>
                  <a:pt x="2734797" y="321468"/>
                </a:lnTo>
                <a:lnTo>
                  <a:pt x="2762235" y="296790"/>
                </a:lnTo>
                <a:lnTo>
                  <a:pt x="2673751" y="296790"/>
                </a:lnTo>
                <a:lnTo>
                  <a:pt x="2662792" y="296039"/>
                </a:lnTo>
                <a:lnTo>
                  <a:pt x="2628768" y="278271"/>
                </a:lnTo>
                <a:lnTo>
                  <a:pt x="2610391" y="242552"/>
                </a:lnTo>
                <a:lnTo>
                  <a:pt x="2606378" y="208954"/>
                </a:lnTo>
                <a:lnTo>
                  <a:pt x="2606819" y="197102"/>
                </a:lnTo>
                <a:lnTo>
                  <a:pt x="2617646" y="155386"/>
                </a:lnTo>
                <a:lnTo>
                  <a:pt x="2643719" y="127369"/>
                </a:lnTo>
                <a:lnTo>
                  <a:pt x="2673751" y="120469"/>
                </a:lnTo>
                <a:lnTo>
                  <a:pt x="2762059" y="120469"/>
                </a:lnTo>
                <a:lnTo>
                  <a:pt x="2758015" y="115274"/>
                </a:lnTo>
                <a:lnTo>
                  <a:pt x="2721170" y="88921"/>
                </a:lnTo>
                <a:lnTo>
                  <a:pt x="2690565" y="80884"/>
                </a:lnTo>
                <a:lnTo>
                  <a:pt x="2673589" y="79880"/>
                </a:lnTo>
                <a:close/>
              </a:path>
              <a:path w="3856990" h="426085">
                <a:moveTo>
                  <a:pt x="2762059" y="120469"/>
                </a:moveTo>
                <a:lnTo>
                  <a:pt x="2673751" y="120469"/>
                </a:lnTo>
                <a:lnTo>
                  <a:pt x="2684629" y="121230"/>
                </a:lnTo>
                <a:lnTo>
                  <a:pt x="2694533" y="123513"/>
                </a:lnTo>
                <a:lnTo>
                  <a:pt x="2729440" y="155386"/>
                </a:lnTo>
                <a:lnTo>
                  <a:pt x="2740348" y="197102"/>
                </a:lnTo>
                <a:lnTo>
                  <a:pt x="2740805" y="208792"/>
                </a:lnTo>
                <a:lnTo>
                  <a:pt x="2740348" y="220553"/>
                </a:lnTo>
                <a:lnTo>
                  <a:pt x="2729440" y="262279"/>
                </a:lnTo>
                <a:lnTo>
                  <a:pt x="2703197" y="290143"/>
                </a:lnTo>
                <a:lnTo>
                  <a:pt x="2673751" y="296790"/>
                </a:lnTo>
                <a:lnTo>
                  <a:pt x="2762235" y="296790"/>
                </a:lnTo>
                <a:lnTo>
                  <a:pt x="2781709" y="261436"/>
                </a:lnTo>
                <a:lnTo>
                  <a:pt x="2789837" y="208954"/>
                </a:lnTo>
                <a:lnTo>
                  <a:pt x="2788934" y="190161"/>
                </a:lnTo>
                <a:lnTo>
                  <a:pt x="2786224" y="172586"/>
                </a:lnTo>
                <a:lnTo>
                  <a:pt x="2781709" y="156228"/>
                </a:lnTo>
                <a:lnTo>
                  <a:pt x="2775387" y="141089"/>
                </a:lnTo>
                <a:lnTo>
                  <a:pt x="2767431" y="127369"/>
                </a:lnTo>
                <a:lnTo>
                  <a:pt x="2762059" y="120469"/>
                </a:lnTo>
                <a:close/>
              </a:path>
              <a:path w="3856990" h="426085">
                <a:moveTo>
                  <a:pt x="3089022" y="290458"/>
                </a:moveTo>
                <a:lnTo>
                  <a:pt x="2819670" y="290458"/>
                </a:lnTo>
                <a:lnTo>
                  <a:pt x="2819670" y="404433"/>
                </a:lnTo>
                <a:lnTo>
                  <a:pt x="2867728" y="404433"/>
                </a:lnTo>
                <a:lnTo>
                  <a:pt x="2867728" y="332509"/>
                </a:lnTo>
                <a:lnTo>
                  <a:pt x="3089022" y="332509"/>
                </a:lnTo>
                <a:lnTo>
                  <a:pt x="3089022" y="290458"/>
                </a:lnTo>
                <a:close/>
              </a:path>
              <a:path w="3856990" h="426085">
                <a:moveTo>
                  <a:pt x="3089022" y="332509"/>
                </a:moveTo>
                <a:lnTo>
                  <a:pt x="3041613" y="332509"/>
                </a:lnTo>
                <a:lnTo>
                  <a:pt x="3041613" y="404433"/>
                </a:lnTo>
                <a:lnTo>
                  <a:pt x="3089022" y="404433"/>
                </a:lnTo>
                <a:lnTo>
                  <a:pt x="3089022" y="332509"/>
                </a:lnTo>
                <a:close/>
              </a:path>
              <a:path w="3856990" h="426085">
                <a:moveTo>
                  <a:pt x="3050705" y="83127"/>
                </a:moveTo>
                <a:lnTo>
                  <a:pt x="2881204" y="83127"/>
                </a:lnTo>
                <a:lnTo>
                  <a:pt x="2873411" y="176158"/>
                </a:lnTo>
                <a:lnTo>
                  <a:pt x="2872396" y="187604"/>
                </a:lnTo>
                <a:lnTo>
                  <a:pt x="2867485" y="226854"/>
                </a:lnTo>
                <a:lnTo>
                  <a:pt x="2856796" y="266808"/>
                </a:lnTo>
                <a:lnTo>
                  <a:pt x="2853116" y="273410"/>
                </a:lnTo>
                <a:lnTo>
                  <a:pt x="2849544" y="280013"/>
                </a:lnTo>
                <a:lnTo>
                  <a:pt x="2845160" y="285695"/>
                </a:lnTo>
                <a:lnTo>
                  <a:pt x="2839965" y="290458"/>
                </a:lnTo>
                <a:lnTo>
                  <a:pt x="2891919" y="290458"/>
                </a:lnTo>
                <a:lnTo>
                  <a:pt x="2910103" y="244348"/>
                </a:lnTo>
                <a:lnTo>
                  <a:pt x="2917531" y="195154"/>
                </a:lnTo>
                <a:lnTo>
                  <a:pt x="2924716" y="124690"/>
                </a:lnTo>
                <a:lnTo>
                  <a:pt x="3050705" y="124690"/>
                </a:lnTo>
                <a:lnTo>
                  <a:pt x="3050705" y="83127"/>
                </a:lnTo>
                <a:close/>
              </a:path>
              <a:path w="3856990" h="426085">
                <a:moveTo>
                  <a:pt x="3050705" y="124690"/>
                </a:moveTo>
                <a:lnTo>
                  <a:pt x="3003297" y="124690"/>
                </a:lnTo>
                <a:lnTo>
                  <a:pt x="3003297" y="290458"/>
                </a:lnTo>
                <a:lnTo>
                  <a:pt x="3050705" y="290458"/>
                </a:lnTo>
                <a:lnTo>
                  <a:pt x="3050705" y="124690"/>
                </a:lnTo>
                <a:close/>
              </a:path>
              <a:path w="3856990" h="426085">
                <a:moveTo>
                  <a:pt x="3145725" y="380891"/>
                </a:moveTo>
                <a:lnTo>
                  <a:pt x="3134036" y="420669"/>
                </a:lnTo>
                <a:lnTo>
                  <a:pt x="3136958" y="421968"/>
                </a:lnTo>
                <a:lnTo>
                  <a:pt x="3141396" y="423158"/>
                </a:lnTo>
                <a:lnTo>
                  <a:pt x="3147755" y="424322"/>
                </a:lnTo>
                <a:lnTo>
                  <a:pt x="3153302" y="425431"/>
                </a:lnTo>
                <a:lnTo>
                  <a:pt x="3159905" y="426027"/>
                </a:lnTo>
                <a:lnTo>
                  <a:pt x="3167157" y="426027"/>
                </a:lnTo>
                <a:lnTo>
                  <a:pt x="3209918" y="415372"/>
                </a:lnTo>
                <a:lnTo>
                  <a:pt x="3238598" y="384301"/>
                </a:lnTo>
                <a:lnTo>
                  <a:pt x="3162503" y="384301"/>
                </a:lnTo>
                <a:lnTo>
                  <a:pt x="3154601" y="383273"/>
                </a:lnTo>
                <a:lnTo>
                  <a:pt x="3145725" y="380891"/>
                </a:lnTo>
                <a:close/>
              </a:path>
              <a:path w="3856990" h="426085">
                <a:moveTo>
                  <a:pt x="3168780" y="83127"/>
                </a:moveTo>
                <a:lnTo>
                  <a:pt x="3116826" y="83127"/>
                </a:lnTo>
                <a:lnTo>
                  <a:pt x="3208071" y="335756"/>
                </a:lnTo>
                <a:lnTo>
                  <a:pt x="3202064" y="352316"/>
                </a:lnTo>
                <a:lnTo>
                  <a:pt x="3176070" y="383773"/>
                </a:lnTo>
                <a:lnTo>
                  <a:pt x="3173759" y="383773"/>
                </a:lnTo>
                <a:lnTo>
                  <a:pt x="3162503" y="384301"/>
                </a:lnTo>
                <a:lnTo>
                  <a:pt x="3238598" y="384301"/>
                </a:lnTo>
                <a:lnTo>
                  <a:pt x="3238919" y="383773"/>
                </a:lnTo>
                <a:lnTo>
                  <a:pt x="3243221" y="375158"/>
                </a:lnTo>
                <a:lnTo>
                  <a:pt x="3247037" y="365792"/>
                </a:lnTo>
                <a:lnTo>
                  <a:pt x="3279445" y="276657"/>
                </a:lnTo>
                <a:lnTo>
                  <a:pt x="3231937" y="276657"/>
                </a:lnTo>
                <a:lnTo>
                  <a:pt x="3168780" y="83127"/>
                </a:lnTo>
                <a:close/>
              </a:path>
              <a:path w="3856990" h="426085">
                <a:moveTo>
                  <a:pt x="3349809" y="83127"/>
                </a:moveTo>
                <a:lnTo>
                  <a:pt x="3297692" y="83127"/>
                </a:lnTo>
                <a:lnTo>
                  <a:pt x="3234535" y="276657"/>
                </a:lnTo>
                <a:lnTo>
                  <a:pt x="3279445" y="276657"/>
                </a:lnTo>
                <a:lnTo>
                  <a:pt x="3349809" y="83127"/>
                </a:lnTo>
                <a:close/>
              </a:path>
              <a:path w="3856990" h="426085">
                <a:moveTo>
                  <a:pt x="3582063" y="83127"/>
                </a:moveTo>
                <a:lnTo>
                  <a:pt x="3408015" y="83127"/>
                </a:lnTo>
                <a:lnTo>
                  <a:pt x="3403631" y="193530"/>
                </a:lnTo>
                <a:lnTo>
                  <a:pt x="3402982" y="207290"/>
                </a:lnTo>
                <a:lnTo>
                  <a:pt x="3398710" y="250173"/>
                </a:lnTo>
                <a:lnTo>
                  <a:pt x="3376734" y="288997"/>
                </a:lnTo>
                <a:lnTo>
                  <a:pt x="3370943" y="290458"/>
                </a:lnTo>
                <a:lnTo>
                  <a:pt x="3355086" y="290458"/>
                </a:lnTo>
                <a:lnTo>
                  <a:pt x="3355131" y="302148"/>
                </a:lnTo>
                <a:lnTo>
                  <a:pt x="3355249" y="332509"/>
                </a:lnTo>
                <a:lnTo>
                  <a:pt x="3370835" y="332509"/>
                </a:lnTo>
                <a:lnTo>
                  <a:pt x="3412399" y="320748"/>
                </a:lnTo>
                <a:lnTo>
                  <a:pt x="3436955" y="284816"/>
                </a:lnTo>
                <a:lnTo>
                  <a:pt x="3446778" y="238666"/>
                </a:lnTo>
                <a:lnTo>
                  <a:pt x="3452988" y="125015"/>
                </a:lnTo>
                <a:lnTo>
                  <a:pt x="3582063" y="125015"/>
                </a:lnTo>
                <a:lnTo>
                  <a:pt x="3582063" y="83127"/>
                </a:lnTo>
                <a:close/>
              </a:path>
              <a:path w="3856990" h="426085">
                <a:moveTo>
                  <a:pt x="3582063" y="125015"/>
                </a:moveTo>
                <a:lnTo>
                  <a:pt x="3534491" y="125015"/>
                </a:lnTo>
                <a:lnTo>
                  <a:pt x="3534491" y="332509"/>
                </a:lnTo>
                <a:lnTo>
                  <a:pt x="3582063" y="332509"/>
                </a:lnTo>
                <a:lnTo>
                  <a:pt x="3582063" y="125015"/>
                </a:lnTo>
                <a:close/>
              </a:path>
              <a:path w="3856990" h="426085">
                <a:moveTo>
                  <a:pt x="3694374" y="83127"/>
                </a:moveTo>
                <a:lnTo>
                  <a:pt x="3646803" y="83127"/>
                </a:lnTo>
                <a:lnTo>
                  <a:pt x="3646803" y="332509"/>
                </a:lnTo>
                <a:lnTo>
                  <a:pt x="3699569" y="332509"/>
                </a:lnTo>
                <a:lnTo>
                  <a:pt x="3740581" y="264481"/>
                </a:lnTo>
                <a:lnTo>
                  <a:pt x="3694374" y="264481"/>
                </a:lnTo>
                <a:lnTo>
                  <a:pt x="3694374" y="83127"/>
                </a:lnTo>
                <a:close/>
              </a:path>
              <a:path w="3856990" h="426085">
                <a:moveTo>
                  <a:pt x="3856569" y="150992"/>
                </a:moveTo>
                <a:lnTo>
                  <a:pt x="3808998" y="150992"/>
                </a:lnTo>
                <a:lnTo>
                  <a:pt x="3808998" y="332509"/>
                </a:lnTo>
                <a:lnTo>
                  <a:pt x="3856569" y="332509"/>
                </a:lnTo>
                <a:lnTo>
                  <a:pt x="3856569" y="150992"/>
                </a:lnTo>
                <a:close/>
              </a:path>
              <a:path w="3856990" h="426085">
                <a:moveTo>
                  <a:pt x="3856569" y="83127"/>
                </a:moveTo>
                <a:lnTo>
                  <a:pt x="3804290" y="83127"/>
                </a:lnTo>
                <a:lnTo>
                  <a:pt x="3694374" y="264481"/>
                </a:lnTo>
                <a:lnTo>
                  <a:pt x="3740581" y="264481"/>
                </a:lnTo>
                <a:lnTo>
                  <a:pt x="3808998" y="150992"/>
                </a:lnTo>
                <a:lnTo>
                  <a:pt x="3856569" y="150992"/>
                </a:lnTo>
                <a:lnTo>
                  <a:pt x="3856569" y="83127"/>
                </a:lnTo>
                <a:close/>
              </a:path>
            </a:pathLst>
          </a:custGeom>
          <a:solidFill>
            <a:srgbClr val="13121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6581" y="6601690"/>
            <a:ext cx="9825173" cy="4260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6581" y="7820890"/>
            <a:ext cx="9190069" cy="4260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49637" y="9678507"/>
            <a:ext cx="368935" cy="243840"/>
          </a:xfrm>
          <a:custGeom>
            <a:avLst/>
            <a:gdLst/>
            <a:ahLst/>
            <a:cxnLst/>
            <a:rect l="l" t="t" r="r" b="b"/>
            <a:pathLst>
              <a:path w="368934" h="243840">
                <a:moveTo>
                  <a:pt x="82378" y="0"/>
                </a:moveTo>
                <a:lnTo>
                  <a:pt x="37949" y="14462"/>
                </a:lnTo>
                <a:lnTo>
                  <a:pt x="9718" y="56114"/>
                </a:lnTo>
                <a:lnTo>
                  <a:pt x="607" y="103211"/>
                </a:lnTo>
                <a:lnTo>
                  <a:pt x="0" y="121715"/>
                </a:lnTo>
                <a:lnTo>
                  <a:pt x="483" y="136525"/>
                </a:lnTo>
                <a:lnTo>
                  <a:pt x="9718" y="187664"/>
                </a:lnTo>
                <a:lnTo>
                  <a:pt x="29177" y="221224"/>
                </a:lnTo>
                <a:lnTo>
                  <a:pt x="69788" y="242542"/>
                </a:lnTo>
                <a:lnTo>
                  <a:pt x="82378" y="243431"/>
                </a:lnTo>
                <a:lnTo>
                  <a:pt x="94967" y="242542"/>
                </a:lnTo>
                <a:lnTo>
                  <a:pt x="135578" y="221224"/>
                </a:lnTo>
                <a:lnTo>
                  <a:pt x="138143" y="217978"/>
                </a:lnTo>
                <a:lnTo>
                  <a:pt x="82378" y="217978"/>
                </a:lnTo>
                <a:lnTo>
                  <a:pt x="74069" y="217276"/>
                </a:lnTo>
                <a:lnTo>
                  <a:pt x="42162" y="192986"/>
                </a:lnTo>
                <a:lnTo>
                  <a:pt x="29387" y="150178"/>
                </a:lnTo>
                <a:lnTo>
                  <a:pt x="27767" y="121715"/>
                </a:lnTo>
                <a:lnTo>
                  <a:pt x="28671" y="99942"/>
                </a:lnTo>
                <a:lnTo>
                  <a:pt x="42230" y="50329"/>
                </a:lnTo>
                <a:lnTo>
                  <a:pt x="82378" y="24991"/>
                </a:lnTo>
                <a:lnTo>
                  <a:pt x="137413" y="24991"/>
                </a:lnTo>
                <a:lnTo>
                  <a:pt x="135397" y="22445"/>
                </a:lnTo>
                <a:lnTo>
                  <a:pt x="126691" y="14462"/>
                </a:lnTo>
                <a:lnTo>
                  <a:pt x="117022" y="8135"/>
                </a:lnTo>
                <a:lnTo>
                  <a:pt x="106414" y="3615"/>
                </a:lnTo>
                <a:lnTo>
                  <a:pt x="94866" y="903"/>
                </a:lnTo>
                <a:lnTo>
                  <a:pt x="82378" y="0"/>
                </a:lnTo>
                <a:close/>
              </a:path>
              <a:path w="368934" h="243840">
                <a:moveTo>
                  <a:pt x="137413" y="24991"/>
                </a:moveTo>
                <a:lnTo>
                  <a:pt x="82378" y="24991"/>
                </a:lnTo>
                <a:lnTo>
                  <a:pt x="90628" y="25699"/>
                </a:lnTo>
                <a:lnTo>
                  <a:pt x="98257" y="27825"/>
                </a:lnTo>
                <a:lnTo>
                  <a:pt x="126792" y="59129"/>
                </a:lnTo>
                <a:lnTo>
                  <a:pt x="136576" y="106899"/>
                </a:lnTo>
                <a:lnTo>
                  <a:pt x="136988" y="121715"/>
                </a:lnTo>
                <a:lnTo>
                  <a:pt x="136091" y="143525"/>
                </a:lnTo>
                <a:lnTo>
                  <a:pt x="122641" y="192986"/>
                </a:lnTo>
                <a:lnTo>
                  <a:pt x="82378" y="217978"/>
                </a:lnTo>
                <a:lnTo>
                  <a:pt x="138143" y="217978"/>
                </a:lnTo>
                <a:lnTo>
                  <a:pt x="159289" y="173303"/>
                </a:lnTo>
                <a:lnTo>
                  <a:pt x="164756" y="121715"/>
                </a:lnTo>
                <a:lnTo>
                  <a:pt x="164264" y="106899"/>
                </a:lnTo>
                <a:lnTo>
                  <a:pt x="154921" y="56114"/>
                </a:lnTo>
                <a:lnTo>
                  <a:pt x="143004" y="32048"/>
                </a:lnTo>
                <a:lnTo>
                  <a:pt x="137413" y="24991"/>
                </a:lnTo>
                <a:close/>
              </a:path>
              <a:path w="368934" h="243840">
                <a:moveTo>
                  <a:pt x="237415" y="180954"/>
                </a:moveTo>
                <a:lnTo>
                  <a:pt x="208259" y="180954"/>
                </a:lnTo>
                <a:lnTo>
                  <a:pt x="209315" y="189986"/>
                </a:lnTo>
                <a:lnTo>
                  <a:pt x="211556" y="198453"/>
                </a:lnTo>
                <a:lnTo>
                  <a:pt x="214922" y="206215"/>
                </a:lnTo>
                <a:lnTo>
                  <a:pt x="214984" y="206357"/>
                </a:lnTo>
                <a:lnTo>
                  <a:pt x="247944" y="235564"/>
                </a:lnTo>
                <a:lnTo>
                  <a:pt x="288786" y="243431"/>
                </a:lnTo>
                <a:lnTo>
                  <a:pt x="298808" y="242940"/>
                </a:lnTo>
                <a:lnTo>
                  <a:pt x="299616" y="242940"/>
                </a:lnTo>
                <a:lnTo>
                  <a:pt x="338406" y="229837"/>
                </a:lnTo>
                <a:lnTo>
                  <a:pt x="352458" y="217978"/>
                </a:lnTo>
                <a:lnTo>
                  <a:pt x="279221" y="217978"/>
                </a:lnTo>
                <a:lnTo>
                  <a:pt x="270929" y="216473"/>
                </a:lnTo>
                <a:lnTo>
                  <a:pt x="238032" y="188590"/>
                </a:lnTo>
                <a:lnTo>
                  <a:pt x="237415" y="180954"/>
                </a:lnTo>
                <a:close/>
              </a:path>
              <a:path w="368934" h="243840">
                <a:moveTo>
                  <a:pt x="346663" y="24991"/>
                </a:moveTo>
                <a:lnTo>
                  <a:pt x="297965" y="24991"/>
                </a:lnTo>
                <a:lnTo>
                  <a:pt x="305524" y="26649"/>
                </a:lnTo>
                <a:lnTo>
                  <a:pt x="318405" y="33282"/>
                </a:lnTo>
                <a:lnTo>
                  <a:pt x="323418" y="37910"/>
                </a:lnTo>
                <a:lnTo>
                  <a:pt x="330515" y="49789"/>
                </a:lnTo>
                <a:lnTo>
                  <a:pt x="332289" y="56769"/>
                </a:lnTo>
                <a:lnTo>
                  <a:pt x="332289" y="73122"/>
                </a:lnTo>
                <a:lnTo>
                  <a:pt x="330245" y="80372"/>
                </a:lnTo>
                <a:lnTo>
                  <a:pt x="326157" y="86543"/>
                </a:lnTo>
                <a:lnTo>
                  <a:pt x="322146" y="92713"/>
                </a:lnTo>
                <a:lnTo>
                  <a:pt x="316472" y="97534"/>
                </a:lnTo>
                <a:lnTo>
                  <a:pt x="302284" y="104283"/>
                </a:lnTo>
                <a:lnTo>
                  <a:pt x="294031" y="105980"/>
                </a:lnTo>
                <a:lnTo>
                  <a:pt x="265646" y="105980"/>
                </a:lnTo>
                <a:lnTo>
                  <a:pt x="265646" y="131434"/>
                </a:lnTo>
                <a:lnTo>
                  <a:pt x="284621" y="131434"/>
                </a:lnTo>
                <a:lnTo>
                  <a:pt x="293298" y="131789"/>
                </a:lnTo>
                <a:lnTo>
                  <a:pt x="329821" y="146128"/>
                </a:lnTo>
                <a:lnTo>
                  <a:pt x="334140" y="152839"/>
                </a:lnTo>
                <a:lnTo>
                  <a:pt x="338459" y="159472"/>
                </a:lnTo>
                <a:lnTo>
                  <a:pt x="340619" y="167147"/>
                </a:lnTo>
                <a:lnTo>
                  <a:pt x="340619" y="184193"/>
                </a:lnTo>
                <a:lnTo>
                  <a:pt x="309279" y="214984"/>
                </a:lnTo>
                <a:lnTo>
                  <a:pt x="288323" y="217978"/>
                </a:lnTo>
                <a:lnTo>
                  <a:pt x="352458" y="217978"/>
                </a:lnTo>
                <a:lnTo>
                  <a:pt x="368850" y="175863"/>
                </a:lnTo>
                <a:lnTo>
                  <a:pt x="368062" y="165038"/>
                </a:lnTo>
                <a:lnTo>
                  <a:pt x="349318" y="131065"/>
                </a:lnTo>
                <a:lnTo>
                  <a:pt x="321182" y="118939"/>
                </a:lnTo>
                <a:lnTo>
                  <a:pt x="321182" y="117088"/>
                </a:lnTo>
                <a:lnTo>
                  <a:pt x="354134" y="90108"/>
                </a:lnTo>
                <a:lnTo>
                  <a:pt x="360057" y="63403"/>
                </a:lnTo>
                <a:lnTo>
                  <a:pt x="359632" y="56769"/>
                </a:lnTo>
                <a:lnTo>
                  <a:pt x="359529" y="55159"/>
                </a:lnTo>
                <a:lnTo>
                  <a:pt x="357945" y="47205"/>
                </a:lnTo>
                <a:lnTo>
                  <a:pt x="355306" y="39540"/>
                </a:lnTo>
                <a:lnTo>
                  <a:pt x="351611" y="32164"/>
                </a:lnTo>
                <a:lnTo>
                  <a:pt x="346932" y="25287"/>
                </a:lnTo>
                <a:lnTo>
                  <a:pt x="346663" y="24991"/>
                </a:lnTo>
                <a:close/>
              </a:path>
              <a:path w="368934" h="243840">
                <a:moveTo>
                  <a:pt x="289711" y="0"/>
                </a:moveTo>
                <a:lnTo>
                  <a:pt x="278354" y="556"/>
                </a:lnTo>
                <a:lnTo>
                  <a:pt x="279258" y="556"/>
                </a:lnTo>
                <a:lnTo>
                  <a:pt x="270071" y="1966"/>
                </a:lnTo>
                <a:lnTo>
                  <a:pt x="230242" y="23183"/>
                </a:lnTo>
                <a:lnTo>
                  <a:pt x="213350" y="62477"/>
                </a:lnTo>
                <a:lnTo>
                  <a:pt x="241117" y="62477"/>
                </a:lnTo>
                <a:lnTo>
                  <a:pt x="241397" y="56769"/>
                </a:lnTo>
                <a:lnTo>
                  <a:pt x="241503" y="54610"/>
                </a:lnTo>
                <a:lnTo>
                  <a:pt x="243971" y="47899"/>
                </a:lnTo>
                <a:lnTo>
                  <a:pt x="248522" y="42346"/>
                </a:lnTo>
                <a:lnTo>
                  <a:pt x="253073" y="36715"/>
                </a:lnTo>
                <a:lnTo>
                  <a:pt x="258935" y="32434"/>
                </a:lnTo>
                <a:lnTo>
                  <a:pt x="273359" y="26495"/>
                </a:lnTo>
                <a:lnTo>
                  <a:pt x="281072" y="24991"/>
                </a:lnTo>
                <a:lnTo>
                  <a:pt x="346663" y="24991"/>
                </a:lnTo>
                <a:lnTo>
                  <a:pt x="341342" y="19119"/>
                </a:lnTo>
                <a:lnTo>
                  <a:pt x="300312" y="556"/>
                </a:lnTo>
                <a:lnTo>
                  <a:pt x="2897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93080" y="3635129"/>
            <a:ext cx="2514600" cy="1400810"/>
          </a:xfrm>
          <a:custGeom>
            <a:avLst/>
            <a:gdLst/>
            <a:ahLst/>
            <a:cxnLst/>
            <a:rect l="l" t="t" r="r" b="b"/>
            <a:pathLst>
              <a:path w="2514600" h="1400810">
                <a:moveTo>
                  <a:pt x="56547" y="0"/>
                </a:moveTo>
                <a:lnTo>
                  <a:pt x="0" y="0"/>
                </a:lnTo>
                <a:lnTo>
                  <a:pt x="0" y="466970"/>
                </a:lnTo>
                <a:lnTo>
                  <a:pt x="56547" y="466970"/>
                </a:lnTo>
                <a:lnTo>
                  <a:pt x="56547" y="252638"/>
                </a:lnTo>
                <a:lnTo>
                  <a:pt x="182203" y="252638"/>
                </a:lnTo>
                <a:lnTo>
                  <a:pt x="146840" y="205211"/>
                </a:lnTo>
                <a:lnTo>
                  <a:pt x="149357" y="202475"/>
                </a:lnTo>
                <a:lnTo>
                  <a:pt x="56547" y="202475"/>
                </a:lnTo>
                <a:lnTo>
                  <a:pt x="56547" y="0"/>
                </a:lnTo>
                <a:close/>
              </a:path>
              <a:path w="2514600" h="1400810">
                <a:moveTo>
                  <a:pt x="182203" y="252638"/>
                </a:moveTo>
                <a:lnTo>
                  <a:pt x="114006" y="252638"/>
                </a:lnTo>
                <a:lnTo>
                  <a:pt x="274527" y="466970"/>
                </a:lnTo>
                <a:lnTo>
                  <a:pt x="342019" y="466970"/>
                </a:lnTo>
                <a:lnTo>
                  <a:pt x="182203" y="252638"/>
                </a:lnTo>
                <a:close/>
              </a:path>
              <a:path w="2514600" h="1400810">
                <a:moveTo>
                  <a:pt x="335635" y="0"/>
                </a:moveTo>
                <a:lnTo>
                  <a:pt x="268143" y="0"/>
                </a:lnTo>
                <a:lnTo>
                  <a:pt x="81172" y="202475"/>
                </a:lnTo>
                <a:lnTo>
                  <a:pt x="149357" y="202475"/>
                </a:lnTo>
                <a:lnTo>
                  <a:pt x="335635" y="0"/>
                </a:lnTo>
                <a:close/>
              </a:path>
              <a:path w="2514600" h="1400810">
                <a:moveTo>
                  <a:pt x="470732" y="0"/>
                </a:moveTo>
                <a:lnTo>
                  <a:pt x="415097" y="0"/>
                </a:lnTo>
                <a:lnTo>
                  <a:pt x="415097" y="466970"/>
                </a:lnTo>
                <a:lnTo>
                  <a:pt x="469820" y="466970"/>
                </a:lnTo>
                <a:lnTo>
                  <a:pt x="538816" y="367556"/>
                </a:lnTo>
                <a:lnTo>
                  <a:pt x="470732" y="367556"/>
                </a:lnTo>
                <a:lnTo>
                  <a:pt x="470732" y="0"/>
                </a:lnTo>
                <a:close/>
              </a:path>
              <a:path w="2514600" h="1400810">
                <a:moveTo>
                  <a:pt x="785390" y="100325"/>
                </a:moveTo>
                <a:lnTo>
                  <a:pt x="728843" y="100325"/>
                </a:lnTo>
                <a:lnTo>
                  <a:pt x="728843" y="466970"/>
                </a:lnTo>
                <a:lnTo>
                  <a:pt x="785390" y="466970"/>
                </a:lnTo>
                <a:lnTo>
                  <a:pt x="785390" y="100325"/>
                </a:lnTo>
                <a:close/>
              </a:path>
              <a:path w="2514600" h="1400810">
                <a:moveTo>
                  <a:pt x="785390" y="0"/>
                </a:moveTo>
                <a:lnTo>
                  <a:pt x="730667" y="0"/>
                </a:lnTo>
                <a:lnTo>
                  <a:pt x="475292" y="367556"/>
                </a:lnTo>
                <a:lnTo>
                  <a:pt x="538816" y="367556"/>
                </a:lnTo>
                <a:lnTo>
                  <a:pt x="724282" y="100325"/>
                </a:lnTo>
                <a:lnTo>
                  <a:pt x="785390" y="100325"/>
                </a:lnTo>
                <a:lnTo>
                  <a:pt x="785390" y="0"/>
                </a:lnTo>
                <a:close/>
              </a:path>
              <a:path w="2514600" h="1400810">
                <a:moveTo>
                  <a:pt x="1243297" y="0"/>
                </a:moveTo>
                <a:lnTo>
                  <a:pt x="958737" y="0"/>
                </a:lnTo>
                <a:lnTo>
                  <a:pt x="950528" y="225276"/>
                </a:lnTo>
                <a:lnTo>
                  <a:pt x="948975" y="258010"/>
                </a:lnTo>
                <a:lnTo>
                  <a:pt x="944073" y="313303"/>
                </a:lnTo>
                <a:lnTo>
                  <a:pt x="936620" y="355286"/>
                </a:lnTo>
                <a:lnTo>
                  <a:pt x="917466" y="396286"/>
                </a:lnTo>
                <a:lnTo>
                  <a:pt x="872092" y="414983"/>
                </a:lnTo>
                <a:lnTo>
                  <a:pt x="858411" y="414983"/>
                </a:lnTo>
                <a:lnTo>
                  <a:pt x="858411" y="466970"/>
                </a:lnTo>
                <a:lnTo>
                  <a:pt x="875740" y="466970"/>
                </a:lnTo>
                <a:lnTo>
                  <a:pt x="899966" y="465274"/>
                </a:lnTo>
                <a:lnTo>
                  <a:pt x="939185" y="451707"/>
                </a:lnTo>
                <a:lnTo>
                  <a:pt x="966617" y="424745"/>
                </a:lnTo>
                <a:lnTo>
                  <a:pt x="985395" y="385498"/>
                </a:lnTo>
                <a:lnTo>
                  <a:pt x="996658" y="334038"/>
                </a:lnTo>
                <a:lnTo>
                  <a:pt x="1003385" y="271563"/>
                </a:lnTo>
                <a:lnTo>
                  <a:pt x="1012548" y="50162"/>
                </a:lnTo>
                <a:lnTo>
                  <a:pt x="1243297" y="50162"/>
                </a:lnTo>
                <a:lnTo>
                  <a:pt x="1243297" y="0"/>
                </a:lnTo>
                <a:close/>
              </a:path>
              <a:path w="2514600" h="1400810">
                <a:moveTo>
                  <a:pt x="1243297" y="50162"/>
                </a:moveTo>
                <a:lnTo>
                  <a:pt x="1186750" y="50162"/>
                </a:lnTo>
                <a:lnTo>
                  <a:pt x="1186750" y="466970"/>
                </a:lnTo>
                <a:lnTo>
                  <a:pt x="1243297" y="466970"/>
                </a:lnTo>
                <a:lnTo>
                  <a:pt x="1243297" y="50162"/>
                </a:lnTo>
                <a:close/>
              </a:path>
              <a:path w="2514600" h="1400810">
                <a:moveTo>
                  <a:pt x="1701033" y="0"/>
                </a:moveTo>
                <a:lnTo>
                  <a:pt x="1416473" y="0"/>
                </a:lnTo>
                <a:lnTo>
                  <a:pt x="1408264" y="225276"/>
                </a:lnTo>
                <a:lnTo>
                  <a:pt x="1406711" y="258010"/>
                </a:lnTo>
                <a:lnTo>
                  <a:pt x="1401809" y="313303"/>
                </a:lnTo>
                <a:lnTo>
                  <a:pt x="1394355" y="355286"/>
                </a:lnTo>
                <a:lnTo>
                  <a:pt x="1375202" y="396286"/>
                </a:lnTo>
                <a:lnTo>
                  <a:pt x="1329828" y="414983"/>
                </a:lnTo>
                <a:lnTo>
                  <a:pt x="1316147" y="414983"/>
                </a:lnTo>
                <a:lnTo>
                  <a:pt x="1316147" y="466970"/>
                </a:lnTo>
                <a:lnTo>
                  <a:pt x="1333476" y="466970"/>
                </a:lnTo>
                <a:lnTo>
                  <a:pt x="1357702" y="465274"/>
                </a:lnTo>
                <a:lnTo>
                  <a:pt x="1396921" y="451707"/>
                </a:lnTo>
                <a:lnTo>
                  <a:pt x="1424353" y="424745"/>
                </a:lnTo>
                <a:lnTo>
                  <a:pt x="1443131" y="385498"/>
                </a:lnTo>
                <a:lnTo>
                  <a:pt x="1454394" y="334038"/>
                </a:lnTo>
                <a:lnTo>
                  <a:pt x="1461120" y="271563"/>
                </a:lnTo>
                <a:lnTo>
                  <a:pt x="1470284" y="50162"/>
                </a:lnTo>
                <a:lnTo>
                  <a:pt x="1701033" y="50162"/>
                </a:lnTo>
                <a:lnTo>
                  <a:pt x="1701033" y="0"/>
                </a:lnTo>
                <a:close/>
              </a:path>
              <a:path w="2514600" h="1400810">
                <a:moveTo>
                  <a:pt x="1701033" y="50162"/>
                </a:moveTo>
                <a:lnTo>
                  <a:pt x="1644486" y="50162"/>
                </a:lnTo>
                <a:lnTo>
                  <a:pt x="1644486" y="466970"/>
                </a:lnTo>
                <a:lnTo>
                  <a:pt x="1701033" y="466970"/>
                </a:lnTo>
                <a:lnTo>
                  <a:pt x="1701033" y="50162"/>
                </a:lnTo>
                <a:close/>
              </a:path>
              <a:path w="2514600" h="1400810">
                <a:moveTo>
                  <a:pt x="2095837" y="0"/>
                </a:moveTo>
                <a:lnTo>
                  <a:pt x="1814013" y="0"/>
                </a:lnTo>
                <a:lnTo>
                  <a:pt x="1814013" y="466970"/>
                </a:lnTo>
                <a:lnTo>
                  <a:pt x="2099485" y="466970"/>
                </a:lnTo>
                <a:lnTo>
                  <a:pt x="2099485" y="416807"/>
                </a:lnTo>
                <a:lnTo>
                  <a:pt x="1870560" y="416807"/>
                </a:lnTo>
                <a:lnTo>
                  <a:pt x="1870560" y="258110"/>
                </a:lnTo>
                <a:lnTo>
                  <a:pt x="2081244" y="258110"/>
                </a:lnTo>
                <a:lnTo>
                  <a:pt x="2081244" y="207947"/>
                </a:lnTo>
                <a:lnTo>
                  <a:pt x="1870560" y="207947"/>
                </a:lnTo>
                <a:lnTo>
                  <a:pt x="1870560" y="50162"/>
                </a:lnTo>
                <a:lnTo>
                  <a:pt x="2095837" y="50162"/>
                </a:lnTo>
                <a:lnTo>
                  <a:pt x="2095837" y="0"/>
                </a:lnTo>
                <a:close/>
              </a:path>
              <a:path w="2514600" h="1400810">
                <a:moveTo>
                  <a:pt x="2355544" y="0"/>
                </a:moveTo>
                <a:lnTo>
                  <a:pt x="2197759" y="0"/>
                </a:lnTo>
                <a:lnTo>
                  <a:pt x="2197759" y="466970"/>
                </a:lnTo>
                <a:lnTo>
                  <a:pt x="2254306" y="466970"/>
                </a:lnTo>
                <a:lnTo>
                  <a:pt x="2254306" y="296416"/>
                </a:lnTo>
                <a:lnTo>
                  <a:pt x="2243362" y="296416"/>
                </a:lnTo>
                <a:lnTo>
                  <a:pt x="2243362" y="246253"/>
                </a:lnTo>
                <a:lnTo>
                  <a:pt x="2254306" y="246253"/>
                </a:lnTo>
                <a:lnTo>
                  <a:pt x="2254306" y="50162"/>
                </a:lnTo>
                <a:lnTo>
                  <a:pt x="2482000" y="50162"/>
                </a:lnTo>
                <a:lnTo>
                  <a:pt x="2445381" y="19837"/>
                </a:lnTo>
                <a:lnTo>
                  <a:pt x="2405479" y="4959"/>
                </a:lnTo>
                <a:lnTo>
                  <a:pt x="2381765" y="1239"/>
                </a:lnTo>
                <a:lnTo>
                  <a:pt x="2355544" y="0"/>
                </a:lnTo>
                <a:close/>
              </a:path>
              <a:path w="2514600" h="1400810">
                <a:moveTo>
                  <a:pt x="2254306" y="246253"/>
                </a:moveTo>
                <a:lnTo>
                  <a:pt x="2243362" y="246253"/>
                </a:lnTo>
                <a:lnTo>
                  <a:pt x="2243362" y="296416"/>
                </a:lnTo>
                <a:lnTo>
                  <a:pt x="2254306" y="296416"/>
                </a:lnTo>
                <a:lnTo>
                  <a:pt x="2254306" y="246253"/>
                </a:lnTo>
                <a:close/>
              </a:path>
              <a:path w="2514600" h="1400810">
                <a:moveTo>
                  <a:pt x="2482000" y="50162"/>
                </a:moveTo>
                <a:lnTo>
                  <a:pt x="2353720" y="50162"/>
                </a:lnTo>
                <a:lnTo>
                  <a:pt x="2371818" y="50960"/>
                </a:lnTo>
                <a:lnTo>
                  <a:pt x="2388036" y="53355"/>
                </a:lnTo>
                <a:lnTo>
                  <a:pt x="2425544" y="69800"/>
                </a:lnTo>
                <a:lnTo>
                  <a:pt x="2452706" y="109018"/>
                </a:lnTo>
                <a:lnTo>
                  <a:pt x="2458606" y="147752"/>
                </a:lnTo>
                <a:lnTo>
                  <a:pt x="2457950" y="161418"/>
                </a:lnTo>
                <a:lnTo>
                  <a:pt x="2442203" y="208631"/>
                </a:lnTo>
                <a:lnTo>
                  <a:pt x="2402728" y="238943"/>
                </a:lnTo>
                <a:lnTo>
                  <a:pt x="2354632" y="246253"/>
                </a:lnTo>
                <a:lnTo>
                  <a:pt x="2254306" y="246253"/>
                </a:lnTo>
                <a:lnTo>
                  <a:pt x="2254306" y="296416"/>
                </a:lnTo>
                <a:lnTo>
                  <a:pt x="2356456" y="296416"/>
                </a:lnTo>
                <a:lnTo>
                  <a:pt x="2382478" y="295176"/>
                </a:lnTo>
                <a:lnTo>
                  <a:pt x="2427168" y="285258"/>
                </a:lnTo>
                <a:lnTo>
                  <a:pt x="2462140" y="265692"/>
                </a:lnTo>
                <a:lnTo>
                  <a:pt x="2497368" y="222768"/>
                </a:lnTo>
                <a:lnTo>
                  <a:pt x="2513186" y="167917"/>
                </a:lnTo>
                <a:lnTo>
                  <a:pt x="2514241" y="147752"/>
                </a:lnTo>
                <a:lnTo>
                  <a:pt x="2513186" y="127601"/>
                </a:lnTo>
                <a:lnTo>
                  <a:pt x="2504750" y="90207"/>
                </a:lnTo>
                <a:lnTo>
                  <a:pt x="2487791" y="57074"/>
                </a:lnTo>
                <a:lnTo>
                  <a:pt x="2482000" y="50162"/>
                </a:lnTo>
                <a:close/>
              </a:path>
              <a:path w="2514600" h="1400810">
                <a:moveTo>
                  <a:pt x="561966" y="906191"/>
                </a:moveTo>
                <a:lnTo>
                  <a:pt x="505419" y="906191"/>
                </a:lnTo>
                <a:lnTo>
                  <a:pt x="505419" y="1400523"/>
                </a:lnTo>
                <a:lnTo>
                  <a:pt x="561966" y="1400523"/>
                </a:lnTo>
                <a:lnTo>
                  <a:pt x="561966" y="906191"/>
                </a:lnTo>
                <a:close/>
              </a:path>
              <a:path w="2514600" h="1400810">
                <a:moveTo>
                  <a:pt x="505419" y="970035"/>
                </a:moveTo>
                <a:lnTo>
                  <a:pt x="496298" y="970035"/>
                </a:lnTo>
                <a:lnTo>
                  <a:pt x="471031" y="971502"/>
                </a:lnTo>
                <a:lnTo>
                  <a:pt x="424859" y="983245"/>
                </a:lnTo>
                <a:lnTo>
                  <a:pt x="384857" y="1006403"/>
                </a:lnTo>
                <a:lnTo>
                  <a:pt x="353163" y="1039009"/>
                </a:lnTo>
                <a:lnTo>
                  <a:pt x="330490" y="1080407"/>
                </a:lnTo>
                <a:lnTo>
                  <a:pt x="318975" y="1128632"/>
                </a:lnTo>
                <a:lnTo>
                  <a:pt x="317585" y="1154269"/>
                </a:lnTo>
                <a:lnTo>
                  <a:pt x="317536" y="1155181"/>
                </a:lnTo>
                <a:lnTo>
                  <a:pt x="323293" y="1206598"/>
                </a:lnTo>
                <a:lnTo>
                  <a:pt x="340565" y="1251403"/>
                </a:lnTo>
                <a:lnTo>
                  <a:pt x="367818" y="1288212"/>
                </a:lnTo>
                <a:lnTo>
                  <a:pt x="367927" y="1288341"/>
                </a:lnTo>
                <a:lnTo>
                  <a:pt x="403953" y="1316158"/>
                </a:lnTo>
                <a:lnTo>
                  <a:pt x="447218" y="1333601"/>
                </a:lnTo>
                <a:lnTo>
                  <a:pt x="496298" y="1339416"/>
                </a:lnTo>
                <a:lnTo>
                  <a:pt x="505419" y="1339416"/>
                </a:lnTo>
                <a:lnTo>
                  <a:pt x="505419" y="1289253"/>
                </a:lnTo>
                <a:lnTo>
                  <a:pt x="496298" y="1289253"/>
                </a:lnTo>
                <a:lnTo>
                  <a:pt x="477230" y="1288212"/>
                </a:lnTo>
                <a:lnTo>
                  <a:pt x="429262" y="1272608"/>
                </a:lnTo>
                <a:lnTo>
                  <a:pt x="395873" y="1240073"/>
                </a:lnTo>
                <a:lnTo>
                  <a:pt x="377560" y="1193145"/>
                </a:lnTo>
                <a:lnTo>
                  <a:pt x="374083" y="1155181"/>
                </a:lnTo>
                <a:lnTo>
                  <a:pt x="374952" y="1135330"/>
                </a:lnTo>
                <a:lnTo>
                  <a:pt x="387992" y="1083813"/>
                </a:lnTo>
                <a:lnTo>
                  <a:pt x="416508" y="1046020"/>
                </a:lnTo>
                <a:lnTo>
                  <a:pt x="459702" y="1024359"/>
                </a:lnTo>
                <a:lnTo>
                  <a:pt x="496298" y="1020197"/>
                </a:lnTo>
                <a:lnTo>
                  <a:pt x="505419" y="1020197"/>
                </a:lnTo>
                <a:lnTo>
                  <a:pt x="505419" y="970035"/>
                </a:lnTo>
                <a:close/>
              </a:path>
              <a:path w="2514600" h="1400810">
                <a:moveTo>
                  <a:pt x="570174" y="970035"/>
                </a:moveTo>
                <a:lnTo>
                  <a:pt x="561966" y="970035"/>
                </a:lnTo>
                <a:lnTo>
                  <a:pt x="561966" y="1020197"/>
                </a:lnTo>
                <a:lnTo>
                  <a:pt x="570174" y="1020197"/>
                </a:lnTo>
                <a:lnTo>
                  <a:pt x="589228" y="1021238"/>
                </a:lnTo>
                <a:lnTo>
                  <a:pt x="636982" y="1036842"/>
                </a:lnTo>
                <a:lnTo>
                  <a:pt x="670457" y="1069377"/>
                </a:lnTo>
                <a:lnTo>
                  <a:pt x="688855" y="1116305"/>
                </a:lnTo>
                <a:lnTo>
                  <a:pt x="692389" y="1154269"/>
                </a:lnTo>
                <a:lnTo>
                  <a:pt x="691506" y="1174120"/>
                </a:lnTo>
                <a:lnTo>
                  <a:pt x="678252" y="1225637"/>
                </a:lnTo>
                <a:lnTo>
                  <a:pt x="649802" y="1263445"/>
                </a:lnTo>
                <a:lnTo>
                  <a:pt x="606713" y="1285091"/>
                </a:lnTo>
                <a:lnTo>
                  <a:pt x="570174" y="1289253"/>
                </a:lnTo>
                <a:lnTo>
                  <a:pt x="561966" y="1289253"/>
                </a:lnTo>
                <a:lnTo>
                  <a:pt x="561966" y="1339416"/>
                </a:lnTo>
                <a:lnTo>
                  <a:pt x="570174" y="1339416"/>
                </a:lnTo>
                <a:lnTo>
                  <a:pt x="595196" y="1337962"/>
                </a:lnTo>
                <a:lnTo>
                  <a:pt x="595364" y="1337962"/>
                </a:lnTo>
                <a:lnTo>
                  <a:pt x="618946" y="1333601"/>
                </a:lnTo>
                <a:lnTo>
                  <a:pt x="619080" y="1333601"/>
                </a:lnTo>
                <a:lnTo>
                  <a:pt x="641614" y="1326205"/>
                </a:lnTo>
                <a:lnTo>
                  <a:pt x="681616" y="1303047"/>
                </a:lnTo>
                <a:lnTo>
                  <a:pt x="713309" y="1270442"/>
                </a:lnTo>
                <a:lnTo>
                  <a:pt x="735982" y="1229043"/>
                </a:lnTo>
                <a:lnTo>
                  <a:pt x="747497" y="1180818"/>
                </a:lnTo>
                <a:lnTo>
                  <a:pt x="748936" y="1154269"/>
                </a:lnTo>
                <a:lnTo>
                  <a:pt x="747546" y="1128632"/>
                </a:lnTo>
                <a:lnTo>
                  <a:pt x="747497" y="1127734"/>
                </a:lnTo>
                <a:lnTo>
                  <a:pt x="735982" y="1079623"/>
                </a:lnTo>
                <a:lnTo>
                  <a:pt x="713309" y="1038439"/>
                </a:lnTo>
                <a:lnTo>
                  <a:pt x="681616" y="1006061"/>
                </a:lnTo>
                <a:lnTo>
                  <a:pt x="641614" y="983117"/>
                </a:lnTo>
                <a:lnTo>
                  <a:pt x="619429" y="975906"/>
                </a:lnTo>
                <a:lnTo>
                  <a:pt x="619565" y="975906"/>
                </a:lnTo>
                <a:lnTo>
                  <a:pt x="595519" y="971502"/>
                </a:lnTo>
                <a:lnTo>
                  <a:pt x="595689" y="971502"/>
                </a:lnTo>
                <a:lnTo>
                  <a:pt x="570174" y="970035"/>
                </a:lnTo>
                <a:close/>
              </a:path>
              <a:path w="2514600" h="1400810">
                <a:moveTo>
                  <a:pt x="899311" y="914399"/>
                </a:moveTo>
                <a:lnTo>
                  <a:pt x="843676" y="914399"/>
                </a:lnTo>
                <a:lnTo>
                  <a:pt x="843676" y="1381370"/>
                </a:lnTo>
                <a:lnTo>
                  <a:pt x="898399" y="1381370"/>
                </a:lnTo>
                <a:lnTo>
                  <a:pt x="967395" y="1281956"/>
                </a:lnTo>
                <a:lnTo>
                  <a:pt x="899311" y="1281956"/>
                </a:lnTo>
                <a:lnTo>
                  <a:pt x="899311" y="914399"/>
                </a:lnTo>
                <a:close/>
              </a:path>
              <a:path w="2514600" h="1400810">
                <a:moveTo>
                  <a:pt x="1213969" y="1014725"/>
                </a:moveTo>
                <a:lnTo>
                  <a:pt x="1157422" y="1014725"/>
                </a:lnTo>
                <a:lnTo>
                  <a:pt x="1157422" y="1381370"/>
                </a:lnTo>
                <a:lnTo>
                  <a:pt x="1213969" y="1381370"/>
                </a:lnTo>
                <a:lnTo>
                  <a:pt x="1213969" y="1014725"/>
                </a:lnTo>
                <a:close/>
              </a:path>
              <a:path w="2514600" h="1400810">
                <a:moveTo>
                  <a:pt x="1213969" y="914399"/>
                </a:moveTo>
                <a:lnTo>
                  <a:pt x="1159246" y="914399"/>
                </a:lnTo>
                <a:lnTo>
                  <a:pt x="903871" y="1281956"/>
                </a:lnTo>
                <a:lnTo>
                  <a:pt x="967395" y="1281956"/>
                </a:lnTo>
                <a:lnTo>
                  <a:pt x="1152861" y="1014725"/>
                </a:lnTo>
                <a:lnTo>
                  <a:pt x="1213969" y="1014725"/>
                </a:lnTo>
                <a:lnTo>
                  <a:pt x="1213969" y="914399"/>
                </a:lnTo>
                <a:close/>
              </a:path>
              <a:path w="2514600" h="1400810">
                <a:moveTo>
                  <a:pt x="1672788" y="1139676"/>
                </a:moveTo>
                <a:lnTo>
                  <a:pt x="1623537" y="1139676"/>
                </a:lnTo>
                <a:lnTo>
                  <a:pt x="1623537" y="1190751"/>
                </a:lnTo>
                <a:lnTo>
                  <a:pt x="1615913" y="1193088"/>
                </a:lnTo>
                <a:lnTo>
                  <a:pt x="1616241" y="1193088"/>
                </a:lnTo>
                <a:lnTo>
                  <a:pt x="1616241" y="1381370"/>
                </a:lnTo>
                <a:lnTo>
                  <a:pt x="1672788" y="1381370"/>
                </a:lnTo>
                <a:lnTo>
                  <a:pt x="1672788" y="1139676"/>
                </a:lnTo>
                <a:close/>
              </a:path>
              <a:path w="2514600" h="1400810">
                <a:moveTo>
                  <a:pt x="1388228" y="914399"/>
                </a:moveTo>
                <a:lnTo>
                  <a:pt x="1331680" y="914399"/>
                </a:lnTo>
                <a:lnTo>
                  <a:pt x="1331680" y="1070360"/>
                </a:lnTo>
                <a:lnTo>
                  <a:pt x="1332835" y="1094843"/>
                </a:lnTo>
                <a:lnTo>
                  <a:pt x="1336298" y="1116761"/>
                </a:lnTo>
                <a:lnTo>
                  <a:pt x="1342069" y="1136114"/>
                </a:lnTo>
                <a:lnTo>
                  <a:pt x="1350040" y="1152673"/>
                </a:lnTo>
                <a:lnTo>
                  <a:pt x="1350149" y="1152901"/>
                </a:lnTo>
                <a:lnTo>
                  <a:pt x="1387173" y="1189796"/>
                </a:lnTo>
                <a:lnTo>
                  <a:pt x="1441754" y="1208251"/>
                </a:lnTo>
                <a:lnTo>
                  <a:pt x="1464228" y="1210959"/>
                </a:lnTo>
                <a:lnTo>
                  <a:pt x="1466076" y="1210959"/>
                </a:lnTo>
                <a:lnTo>
                  <a:pt x="1486729" y="1211728"/>
                </a:lnTo>
                <a:lnTo>
                  <a:pt x="1494254" y="1211728"/>
                </a:lnTo>
                <a:lnTo>
                  <a:pt x="1508276" y="1211386"/>
                </a:lnTo>
                <a:lnTo>
                  <a:pt x="1554064" y="1207325"/>
                </a:lnTo>
                <a:lnTo>
                  <a:pt x="1593211" y="1199416"/>
                </a:lnTo>
                <a:lnTo>
                  <a:pt x="1615913" y="1193088"/>
                </a:lnTo>
                <a:lnTo>
                  <a:pt x="1616241" y="1193088"/>
                </a:lnTo>
                <a:lnTo>
                  <a:pt x="1616241" y="1160653"/>
                </a:lnTo>
                <a:lnTo>
                  <a:pt x="1486729" y="1160653"/>
                </a:lnTo>
                <a:lnTo>
                  <a:pt x="1472179" y="1160155"/>
                </a:lnTo>
                <a:lnTo>
                  <a:pt x="1458627" y="1158658"/>
                </a:lnTo>
                <a:lnTo>
                  <a:pt x="1446502" y="1156250"/>
                </a:lnTo>
                <a:lnTo>
                  <a:pt x="1446355" y="1156250"/>
                </a:lnTo>
                <a:lnTo>
                  <a:pt x="1406982" y="1133947"/>
                </a:lnTo>
                <a:lnTo>
                  <a:pt x="1388983" y="1086763"/>
                </a:lnTo>
                <a:lnTo>
                  <a:pt x="1388228" y="1070360"/>
                </a:lnTo>
                <a:lnTo>
                  <a:pt x="1388228" y="914399"/>
                </a:lnTo>
                <a:close/>
              </a:path>
              <a:path w="2514600" h="1400810">
                <a:moveTo>
                  <a:pt x="1623537" y="1139676"/>
                </a:moveTo>
                <a:lnTo>
                  <a:pt x="1616241" y="1141832"/>
                </a:lnTo>
                <a:lnTo>
                  <a:pt x="1616241" y="1193088"/>
                </a:lnTo>
                <a:lnTo>
                  <a:pt x="1615913" y="1193088"/>
                </a:lnTo>
                <a:lnTo>
                  <a:pt x="1623537" y="1190751"/>
                </a:lnTo>
                <a:lnTo>
                  <a:pt x="1623537" y="1139676"/>
                </a:lnTo>
                <a:close/>
              </a:path>
              <a:path w="2514600" h="1400810">
                <a:moveTo>
                  <a:pt x="1616241" y="1141832"/>
                </a:moveTo>
                <a:lnTo>
                  <a:pt x="1574970" y="1151932"/>
                </a:lnTo>
                <a:lnTo>
                  <a:pt x="1532275" y="1158416"/>
                </a:lnTo>
                <a:lnTo>
                  <a:pt x="1493037" y="1160653"/>
                </a:lnTo>
                <a:lnTo>
                  <a:pt x="1616241" y="1160653"/>
                </a:lnTo>
                <a:lnTo>
                  <a:pt x="1616241" y="1141832"/>
                </a:lnTo>
                <a:close/>
              </a:path>
              <a:path w="2514600" h="1400810">
                <a:moveTo>
                  <a:pt x="1672788" y="914399"/>
                </a:moveTo>
                <a:lnTo>
                  <a:pt x="1616241" y="914399"/>
                </a:lnTo>
                <a:lnTo>
                  <a:pt x="1616241" y="1141832"/>
                </a:lnTo>
                <a:lnTo>
                  <a:pt x="1623537" y="1139676"/>
                </a:lnTo>
                <a:lnTo>
                  <a:pt x="1672788" y="1139676"/>
                </a:lnTo>
                <a:lnTo>
                  <a:pt x="1672788" y="914399"/>
                </a:lnTo>
                <a:close/>
              </a:path>
              <a:path w="2514600" h="1400810">
                <a:moveTo>
                  <a:pt x="1841745" y="914399"/>
                </a:moveTo>
                <a:lnTo>
                  <a:pt x="1786110" y="914399"/>
                </a:lnTo>
                <a:lnTo>
                  <a:pt x="1786110" y="1381370"/>
                </a:lnTo>
                <a:lnTo>
                  <a:pt x="1840833" y="1381370"/>
                </a:lnTo>
                <a:lnTo>
                  <a:pt x="1909829" y="1281956"/>
                </a:lnTo>
                <a:lnTo>
                  <a:pt x="1841745" y="1281956"/>
                </a:lnTo>
                <a:lnTo>
                  <a:pt x="1841745" y="914399"/>
                </a:lnTo>
                <a:close/>
              </a:path>
              <a:path w="2514600" h="1400810">
                <a:moveTo>
                  <a:pt x="2156403" y="1014725"/>
                </a:moveTo>
                <a:lnTo>
                  <a:pt x="2099856" y="1014725"/>
                </a:lnTo>
                <a:lnTo>
                  <a:pt x="2099856" y="1381370"/>
                </a:lnTo>
                <a:lnTo>
                  <a:pt x="2156403" y="1381370"/>
                </a:lnTo>
                <a:lnTo>
                  <a:pt x="2156403" y="1014725"/>
                </a:lnTo>
                <a:close/>
              </a:path>
              <a:path w="2514600" h="1400810">
                <a:moveTo>
                  <a:pt x="2156403" y="914399"/>
                </a:moveTo>
                <a:lnTo>
                  <a:pt x="2101680" y="914399"/>
                </a:lnTo>
                <a:lnTo>
                  <a:pt x="1846306" y="1281956"/>
                </a:lnTo>
                <a:lnTo>
                  <a:pt x="1909829" y="1281956"/>
                </a:lnTo>
                <a:lnTo>
                  <a:pt x="2095296" y="1014725"/>
                </a:lnTo>
                <a:lnTo>
                  <a:pt x="2156403" y="1014725"/>
                </a:lnTo>
                <a:lnTo>
                  <a:pt x="2156403" y="914399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283700"/>
            <a:ext cx="18288000" cy="1079500"/>
          </a:xfrm>
          <a:custGeom>
            <a:avLst/>
            <a:gdLst/>
            <a:ahLst/>
            <a:cxnLst/>
            <a:rect l="l" t="t" r="r" b="b"/>
            <a:pathLst>
              <a:path w="18288000" h="1079500">
                <a:moveTo>
                  <a:pt x="18288000" y="0"/>
                </a:moveTo>
                <a:lnTo>
                  <a:pt x="0" y="0"/>
                </a:lnTo>
                <a:lnTo>
                  <a:pt x="0" y="1079246"/>
                </a:lnTo>
                <a:lnTo>
                  <a:pt x="18288000" y="1079246"/>
                </a:lnTo>
                <a:lnTo>
                  <a:pt x="18288000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7261" y="3441962"/>
            <a:ext cx="1901825" cy="444500"/>
          </a:xfrm>
          <a:custGeom>
            <a:avLst/>
            <a:gdLst/>
            <a:ahLst/>
            <a:cxnLst/>
            <a:rect l="l" t="t" r="r" b="b"/>
            <a:pathLst>
              <a:path w="1901825" h="444500">
                <a:moveTo>
                  <a:pt x="27451" y="406832"/>
                </a:moveTo>
                <a:lnTo>
                  <a:pt x="27138" y="407210"/>
                </a:lnTo>
                <a:lnTo>
                  <a:pt x="19121" y="422552"/>
                </a:lnTo>
                <a:lnTo>
                  <a:pt x="10131" y="439828"/>
                </a:lnTo>
                <a:lnTo>
                  <a:pt x="19202" y="443045"/>
                </a:lnTo>
                <a:lnTo>
                  <a:pt x="28346" y="444056"/>
                </a:lnTo>
                <a:lnTo>
                  <a:pt x="36839" y="443627"/>
                </a:lnTo>
                <a:lnTo>
                  <a:pt x="43957" y="442523"/>
                </a:lnTo>
                <a:lnTo>
                  <a:pt x="53118" y="440770"/>
                </a:lnTo>
                <a:lnTo>
                  <a:pt x="62693" y="437648"/>
                </a:lnTo>
                <a:lnTo>
                  <a:pt x="67165" y="436369"/>
                </a:lnTo>
                <a:lnTo>
                  <a:pt x="66393" y="433668"/>
                </a:lnTo>
                <a:lnTo>
                  <a:pt x="34193" y="433699"/>
                </a:lnTo>
                <a:lnTo>
                  <a:pt x="18844" y="423374"/>
                </a:lnTo>
                <a:lnTo>
                  <a:pt x="37174" y="423356"/>
                </a:lnTo>
                <a:lnTo>
                  <a:pt x="37050" y="420122"/>
                </a:lnTo>
                <a:lnTo>
                  <a:pt x="36977" y="419277"/>
                </a:lnTo>
                <a:lnTo>
                  <a:pt x="35869" y="415936"/>
                </a:lnTo>
                <a:lnTo>
                  <a:pt x="33854" y="410177"/>
                </a:lnTo>
                <a:lnTo>
                  <a:pt x="27451" y="406832"/>
                </a:lnTo>
                <a:close/>
              </a:path>
              <a:path w="1901825" h="444500">
                <a:moveTo>
                  <a:pt x="7366" y="385571"/>
                </a:moveTo>
                <a:lnTo>
                  <a:pt x="0" y="424267"/>
                </a:lnTo>
                <a:lnTo>
                  <a:pt x="232" y="426865"/>
                </a:lnTo>
                <a:lnTo>
                  <a:pt x="1442" y="430516"/>
                </a:lnTo>
                <a:lnTo>
                  <a:pt x="2584" y="433729"/>
                </a:lnTo>
                <a:lnTo>
                  <a:pt x="3627" y="436430"/>
                </a:lnTo>
                <a:lnTo>
                  <a:pt x="10131" y="439828"/>
                </a:lnTo>
                <a:lnTo>
                  <a:pt x="11210" y="437698"/>
                </a:lnTo>
                <a:lnTo>
                  <a:pt x="18693" y="423374"/>
                </a:lnTo>
                <a:lnTo>
                  <a:pt x="18843" y="423374"/>
                </a:lnTo>
                <a:lnTo>
                  <a:pt x="3272" y="412900"/>
                </a:lnTo>
                <a:lnTo>
                  <a:pt x="21655" y="388445"/>
                </a:lnTo>
                <a:lnTo>
                  <a:pt x="7366" y="385571"/>
                </a:lnTo>
                <a:close/>
              </a:path>
              <a:path w="1901825" h="444500">
                <a:moveTo>
                  <a:pt x="166259" y="343037"/>
                </a:moveTo>
                <a:lnTo>
                  <a:pt x="152566" y="350758"/>
                </a:lnTo>
                <a:lnTo>
                  <a:pt x="124071" y="367766"/>
                </a:lnTo>
                <a:lnTo>
                  <a:pt x="110295" y="375887"/>
                </a:lnTo>
                <a:lnTo>
                  <a:pt x="96386" y="383634"/>
                </a:lnTo>
                <a:lnTo>
                  <a:pt x="82837" y="390482"/>
                </a:lnTo>
                <a:lnTo>
                  <a:pt x="69680" y="396193"/>
                </a:lnTo>
                <a:lnTo>
                  <a:pt x="60321" y="399381"/>
                </a:lnTo>
                <a:lnTo>
                  <a:pt x="57614" y="402943"/>
                </a:lnTo>
                <a:lnTo>
                  <a:pt x="67170" y="436369"/>
                </a:lnTo>
                <a:lnTo>
                  <a:pt x="83077" y="430965"/>
                </a:lnTo>
                <a:lnTo>
                  <a:pt x="98767" y="424172"/>
                </a:lnTo>
                <a:lnTo>
                  <a:pt x="114096" y="416426"/>
                </a:lnTo>
                <a:lnTo>
                  <a:pt x="128929" y="408160"/>
                </a:lnTo>
                <a:lnTo>
                  <a:pt x="143683" y="399473"/>
                </a:lnTo>
                <a:lnTo>
                  <a:pt x="170833" y="383229"/>
                </a:lnTo>
                <a:lnTo>
                  <a:pt x="183988" y="375816"/>
                </a:lnTo>
                <a:lnTo>
                  <a:pt x="166259" y="343037"/>
                </a:lnTo>
                <a:close/>
              </a:path>
              <a:path w="1901825" h="444500">
                <a:moveTo>
                  <a:pt x="56921" y="400538"/>
                </a:moveTo>
                <a:lnTo>
                  <a:pt x="50447" y="402390"/>
                </a:lnTo>
                <a:lnTo>
                  <a:pt x="43929" y="404587"/>
                </a:lnTo>
                <a:lnTo>
                  <a:pt x="41031" y="405141"/>
                </a:lnTo>
                <a:lnTo>
                  <a:pt x="38690" y="415357"/>
                </a:lnTo>
                <a:lnTo>
                  <a:pt x="38024" y="418476"/>
                </a:lnTo>
                <a:lnTo>
                  <a:pt x="37928" y="418925"/>
                </a:lnTo>
                <a:lnTo>
                  <a:pt x="37290" y="422534"/>
                </a:lnTo>
                <a:lnTo>
                  <a:pt x="37174" y="423356"/>
                </a:lnTo>
                <a:lnTo>
                  <a:pt x="18844" y="423374"/>
                </a:lnTo>
                <a:lnTo>
                  <a:pt x="34193" y="433699"/>
                </a:lnTo>
                <a:lnTo>
                  <a:pt x="57609" y="402943"/>
                </a:lnTo>
                <a:lnTo>
                  <a:pt x="56921" y="400538"/>
                </a:lnTo>
                <a:close/>
              </a:path>
              <a:path w="1901825" h="444500">
                <a:moveTo>
                  <a:pt x="57609" y="402943"/>
                </a:moveTo>
                <a:lnTo>
                  <a:pt x="34193" y="433699"/>
                </a:lnTo>
                <a:lnTo>
                  <a:pt x="66393" y="433668"/>
                </a:lnTo>
                <a:lnTo>
                  <a:pt x="57609" y="402943"/>
                </a:lnTo>
                <a:close/>
              </a:path>
              <a:path w="1901825" h="444500">
                <a:moveTo>
                  <a:pt x="21655" y="388445"/>
                </a:moveTo>
                <a:lnTo>
                  <a:pt x="3272" y="412900"/>
                </a:lnTo>
                <a:lnTo>
                  <a:pt x="18843" y="423374"/>
                </a:lnTo>
                <a:lnTo>
                  <a:pt x="18693" y="423374"/>
                </a:lnTo>
                <a:lnTo>
                  <a:pt x="27302" y="406832"/>
                </a:lnTo>
                <a:lnTo>
                  <a:pt x="26906" y="406832"/>
                </a:lnTo>
                <a:lnTo>
                  <a:pt x="26731" y="406565"/>
                </a:lnTo>
                <a:lnTo>
                  <a:pt x="26624" y="406401"/>
                </a:lnTo>
                <a:lnTo>
                  <a:pt x="34486" y="406394"/>
                </a:lnTo>
                <a:lnTo>
                  <a:pt x="41031" y="405141"/>
                </a:lnTo>
                <a:lnTo>
                  <a:pt x="43639" y="394213"/>
                </a:lnTo>
                <a:lnTo>
                  <a:pt x="43898" y="392926"/>
                </a:lnTo>
                <a:lnTo>
                  <a:pt x="21655" y="388445"/>
                </a:lnTo>
                <a:close/>
              </a:path>
              <a:path w="1901825" h="444500">
                <a:moveTo>
                  <a:pt x="34486" y="406394"/>
                </a:moveTo>
                <a:lnTo>
                  <a:pt x="26624" y="406401"/>
                </a:lnTo>
                <a:lnTo>
                  <a:pt x="33854" y="410177"/>
                </a:lnTo>
                <a:lnTo>
                  <a:pt x="35869" y="415936"/>
                </a:lnTo>
                <a:lnTo>
                  <a:pt x="36860" y="418926"/>
                </a:lnTo>
                <a:lnTo>
                  <a:pt x="36977" y="419277"/>
                </a:lnTo>
                <a:lnTo>
                  <a:pt x="37050" y="420122"/>
                </a:lnTo>
                <a:lnTo>
                  <a:pt x="37174" y="423356"/>
                </a:lnTo>
                <a:lnTo>
                  <a:pt x="37290" y="422534"/>
                </a:lnTo>
                <a:lnTo>
                  <a:pt x="37866" y="419276"/>
                </a:lnTo>
                <a:lnTo>
                  <a:pt x="38446" y="416499"/>
                </a:lnTo>
                <a:lnTo>
                  <a:pt x="40461" y="407529"/>
                </a:lnTo>
                <a:lnTo>
                  <a:pt x="40541" y="407197"/>
                </a:lnTo>
                <a:lnTo>
                  <a:pt x="40631" y="406819"/>
                </a:lnTo>
                <a:lnTo>
                  <a:pt x="30952" y="406828"/>
                </a:lnTo>
                <a:lnTo>
                  <a:pt x="33624" y="406559"/>
                </a:lnTo>
                <a:lnTo>
                  <a:pt x="34486" y="406394"/>
                </a:lnTo>
                <a:close/>
              </a:path>
              <a:path w="1901825" h="444500">
                <a:moveTo>
                  <a:pt x="26624" y="406401"/>
                </a:moveTo>
                <a:lnTo>
                  <a:pt x="26906" y="406832"/>
                </a:lnTo>
                <a:lnTo>
                  <a:pt x="27451" y="406832"/>
                </a:lnTo>
                <a:lnTo>
                  <a:pt x="26624" y="406401"/>
                </a:lnTo>
                <a:close/>
              </a:path>
              <a:path w="1901825" h="444500">
                <a:moveTo>
                  <a:pt x="41031" y="405141"/>
                </a:moveTo>
                <a:lnTo>
                  <a:pt x="33624" y="406559"/>
                </a:lnTo>
                <a:lnTo>
                  <a:pt x="30952" y="406828"/>
                </a:lnTo>
                <a:lnTo>
                  <a:pt x="40631" y="406819"/>
                </a:lnTo>
                <a:lnTo>
                  <a:pt x="41031" y="405141"/>
                </a:lnTo>
                <a:close/>
              </a:path>
              <a:path w="1901825" h="444500">
                <a:moveTo>
                  <a:pt x="512803" y="191716"/>
                </a:moveTo>
                <a:lnTo>
                  <a:pt x="465205" y="192886"/>
                </a:lnTo>
                <a:lnTo>
                  <a:pt x="418679" y="195842"/>
                </a:lnTo>
                <a:lnTo>
                  <a:pt x="373217" y="200823"/>
                </a:lnTo>
                <a:lnTo>
                  <a:pt x="324117" y="209003"/>
                </a:lnTo>
                <a:lnTo>
                  <a:pt x="276532" y="220317"/>
                </a:lnTo>
                <a:lnTo>
                  <a:pt x="230751" y="235055"/>
                </a:lnTo>
                <a:lnTo>
                  <a:pt x="186939" y="253531"/>
                </a:lnTo>
                <a:lnTo>
                  <a:pt x="145264" y="276056"/>
                </a:lnTo>
                <a:lnTo>
                  <a:pt x="105893" y="302944"/>
                </a:lnTo>
                <a:lnTo>
                  <a:pt x="68992" y="334505"/>
                </a:lnTo>
                <a:lnTo>
                  <a:pt x="49082" y="364381"/>
                </a:lnTo>
                <a:lnTo>
                  <a:pt x="46619" y="378637"/>
                </a:lnTo>
                <a:lnTo>
                  <a:pt x="43898" y="392926"/>
                </a:lnTo>
                <a:lnTo>
                  <a:pt x="43639" y="394213"/>
                </a:lnTo>
                <a:lnTo>
                  <a:pt x="41031" y="405141"/>
                </a:lnTo>
                <a:lnTo>
                  <a:pt x="43929" y="404587"/>
                </a:lnTo>
                <a:lnTo>
                  <a:pt x="50447" y="402390"/>
                </a:lnTo>
                <a:lnTo>
                  <a:pt x="56921" y="400538"/>
                </a:lnTo>
                <a:lnTo>
                  <a:pt x="60321" y="399381"/>
                </a:lnTo>
                <a:lnTo>
                  <a:pt x="102598" y="354158"/>
                </a:lnTo>
                <a:lnTo>
                  <a:pt x="141574" y="322996"/>
                </a:lnTo>
                <a:lnTo>
                  <a:pt x="183538" y="297055"/>
                </a:lnTo>
                <a:lnTo>
                  <a:pt x="228277" y="275976"/>
                </a:lnTo>
                <a:lnTo>
                  <a:pt x="275838" y="259282"/>
                </a:lnTo>
                <a:lnTo>
                  <a:pt x="325881" y="246674"/>
                </a:lnTo>
                <a:lnTo>
                  <a:pt x="378324" y="237733"/>
                </a:lnTo>
                <a:lnTo>
                  <a:pt x="422126" y="232944"/>
                </a:lnTo>
                <a:lnTo>
                  <a:pt x="467177" y="230091"/>
                </a:lnTo>
                <a:lnTo>
                  <a:pt x="513395" y="228967"/>
                </a:lnTo>
                <a:lnTo>
                  <a:pt x="842167" y="228649"/>
                </a:lnTo>
                <a:lnTo>
                  <a:pt x="843508" y="224305"/>
                </a:lnTo>
                <a:lnTo>
                  <a:pt x="848105" y="218709"/>
                </a:lnTo>
                <a:lnTo>
                  <a:pt x="854397" y="215328"/>
                </a:lnTo>
                <a:lnTo>
                  <a:pt x="861742" y="214599"/>
                </a:lnTo>
                <a:lnTo>
                  <a:pt x="762861" y="204957"/>
                </a:lnTo>
                <a:lnTo>
                  <a:pt x="711621" y="200496"/>
                </a:lnTo>
                <a:lnTo>
                  <a:pt x="660881" y="196721"/>
                </a:lnTo>
                <a:lnTo>
                  <a:pt x="610755" y="193854"/>
                </a:lnTo>
                <a:lnTo>
                  <a:pt x="561358" y="192112"/>
                </a:lnTo>
                <a:lnTo>
                  <a:pt x="512803" y="191716"/>
                </a:lnTo>
                <a:close/>
              </a:path>
              <a:path w="1901825" h="444500">
                <a:moveTo>
                  <a:pt x="60321" y="399381"/>
                </a:moveTo>
                <a:lnTo>
                  <a:pt x="56927" y="400538"/>
                </a:lnTo>
                <a:lnTo>
                  <a:pt x="57614" y="402943"/>
                </a:lnTo>
                <a:lnTo>
                  <a:pt x="60321" y="399381"/>
                </a:lnTo>
                <a:close/>
              </a:path>
              <a:path w="1901825" h="444500">
                <a:moveTo>
                  <a:pt x="50758" y="353955"/>
                </a:moveTo>
                <a:lnTo>
                  <a:pt x="34730" y="371053"/>
                </a:lnTo>
                <a:lnTo>
                  <a:pt x="21662" y="388445"/>
                </a:lnTo>
                <a:lnTo>
                  <a:pt x="43930" y="392926"/>
                </a:lnTo>
                <a:lnTo>
                  <a:pt x="44218" y="391248"/>
                </a:lnTo>
                <a:lnTo>
                  <a:pt x="46619" y="378637"/>
                </a:lnTo>
                <a:lnTo>
                  <a:pt x="48995" y="364887"/>
                </a:lnTo>
                <a:lnTo>
                  <a:pt x="50718" y="354208"/>
                </a:lnTo>
                <a:lnTo>
                  <a:pt x="50758" y="353955"/>
                </a:lnTo>
                <a:close/>
              </a:path>
              <a:path w="1901825" h="444500">
                <a:moveTo>
                  <a:pt x="48120" y="259175"/>
                </a:moveTo>
                <a:lnTo>
                  <a:pt x="21106" y="302314"/>
                </a:lnTo>
                <a:lnTo>
                  <a:pt x="14540" y="344465"/>
                </a:lnTo>
                <a:lnTo>
                  <a:pt x="12394" y="357813"/>
                </a:lnTo>
                <a:lnTo>
                  <a:pt x="10109" y="371077"/>
                </a:lnTo>
                <a:lnTo>
                  <a:pt x="7781" y="383387"/>
                </a:lnTo>
                <a:lnTo>
                  <a:pt x="7397" y="385571"/>
                </a:lnTo>
                <a:lnTo>
                  <a:pt x="21662" y="388445"/>
                </a:lnTo>
                <a:lnTo>
                  <a:pt x="34730" y="371053"/>
                </a:lnTo>
                <a:lnTo>
                  <a:pt x="50758" y="353955"/>
                </a:lnTo>
                <a:lnTo>
                  <a:pt x="52674" y="341693"/>
                </a:lnTo>
                <a:lnTo>
                  <a:pt x="55687" y="322152"/>
                </a:lnTo>
                <a:lnTo>
                  <a:pt x="57885" y="308318"/>
                </a:lnTo>
                <a:lnTo>
                  <a:pt x="60208" y="294614"/>
                </a:lnTo>
                <a:lnTo>
                  <a:pt x="62737" y="281011"/>
                </a:lnTo>
                <a:lnTo>
                  <a:pt x="26799" y="273965"/>
                </a:lnTo>
                <a:lnTo>
                  <a:pt x="62697" y="273930"/>
                </a:lnTo>
                <a:lnTo>
                  <a:pt x="62696" y="273612"/>
                </a:lnTo>
                <a:lnTo>
                  <a:pt x="59916" y="267032"/>
                </a:lnTo>
                <a:lnTo>
                  <a:pt x="54873" y="261973"/>
                </a:lnTo>
                <a:lnTo>
                  <a:pt x="48120" y="259175"/>
                </a:lnTo>
                <a:close/>
              </a:path>
              <a:path w="1901825" h="444500">
                <a:moveTo>
                  <a:pt x="173335" y="340875"/>
                </a:moveTo>
                <a:lnTo>
                  <a:pt x="166259" y="343037"/>
                </a:lnTo>
                <a:lnTo>
                  <a:pt x="183988" y="375816"/>
                </a:lnTo>
                <a:lnTo>
                  <a:pt x="189671" y="371078"/>
                </a:lnTo>
                <a:lnTo>
                  <a:pt x="192981" y="364747"/>
                </a:lnTo>
                <a:lnTo>
                  <a:pt x="193528" y="359144"/>
                </a:lnTo>
                <a:lnTo>
                  <a:pt x="193629" y="358110"/>
                </a:lnTo>
                <a:lnTo>
                  <a:pt x="180444" y="341570"/>
                </a:lnTo>
                <a:lnTo>
                  <a:pt x="173335" y="340875"/>
                </a:lnTo>
                <a:close/>
              </a:path>
              <a:path w="1901825" h="444500">
                <a:moveTo>
                  <a:pt x="62697" y="273930"/>
                </a:moveTo>
                <a:lnTo>
                  <a:pt x="26799" y="273965"/>
                </a:lnTo>
                <a:lnTo>
                  <a:pt x="62737" y="281011"/>
                </a:lnTo>
                <a:lnTo>
                  <a:pt x="62697" y="273930"/>
                </a:lnTo>
                <a:close/>
              </a:path>
              <a:path w="1901825" h="444500">
                <a:moveTo>
                  <a:pt x="866382" y="215061"/>
                </a:moveTo>
                <a:lnTo>
                  <a:pt x="862701" y="251677"/>
                </a:lnTo>
                <a:lnTo>
                  <a:pt x="862655" y="252141"/>
                </a:lnTo>
                <a:lnTo>
                  <a:pt x="1013792" y="266535"/>
                </a:lnTo>
                <a:lnTo>
                  <a:pt x="1064571" y="270532"/>
                </a:lnTo>
                <a:lnTo>
                  <a:pt x="1115387" y="273808"/>
                </a:lnTo>
                <a:lnTo>
                  <a:pt x="1166144" y="276172"/>
                </a:lnTo>
                <a:lnTo>
                  <a:pt x="1217246" y="277445"/>
                </a:lnTo>
                <a:lnTo>
                  <a:pt x="1267094" y="277397"/>
                </a:lnTo>
                <a:lnTo>
                  <a:pt x="1317091" y="275873"/>
                </a:lnTo>
                <a:lnTo>
                  <a:pt x="1366642" y="272670"/>
                </a:lnTo>
                <a:lnTo>
                  <a:pt x="1415648" y="267596"/>
                </a:lnTo>
                <a:lnTo>
                  <a:pt x="1464227" y="260424"/>
                </a:lnTo>
                <a:lnTo>
                  <a:pt x="1511726" y="251050"/>
                </a:lnTo>
                <a:lnTo>
                  <a:pt x="1555990" y="239869"/>
                </a:lnTo>
                <a:lnTo>
                  <a:pt x="1217846" y="240195"/>
                </a:lnTo>
                <a:lnTo>
                  <a:pt x="1167437" y="238932"/>
                </a:lnTo>
                <a:lnTo>
                  <a:pt x="1117542" y="236601"/>
                </a:lnTo>
                <a:lnTo>
                  <a:pt x="1069529" y="233503"/>
                </a:lnTo>
                <a:lnTo>
                  <a:pt x="1069157" y="233503"/>
                </a:lnTo>
                <a:lnTo>
                  <a:pt x="1017187" y="229414"/>
                </a:lnTo>
                <a:lnTo>
                  <a:pt x="866382" y="215061"/>
                </a:lnTo>
                <a:close/>
              </a:path>
              <a:path w="1901825" h="444500">
                <a:moveTo>
                  <a:pt x="861742" y="214599"/>
                </a:moveTo>
                <a:lnTo>
                  <a:pt x="861687" y="215321"/>
                </a:lnTo>
                <a:lnTo>
                  <a:pt x="858253" y="249486"/>
                </a:lnTo>
                <a:lnTo>
                  <a:pt x="858052" y="251682"/>
                </a:lnTo>
                <a:lnTo>
                  <a:pt x="862655" y="252141"/>
                </a:lnTo>
                <a:lnTo>
                  <a:pt x="866356" y="215317"/>
                </a:lnTo>
                <a:lnTo>
                  <a:pt x="866382" y="215061"/>
                </a:lnTo>
                <a:lnTo>
                  <a:pt x="861742" y="214599"/>
                </a:lnTo>
                <a:close/>
              </a:path>
              <a:path w="1901825" h="444500">
                <a:moveTo>
                  <a:pt x="842167" y="228649"/>
                </a:moveTo>
                <a:lnTo>
                  <a:pt x="513395" y="228967"/>
                </a:lnTo>
                <a:lnTo>
                  <a:pt x="560697" y="229365"/>
                </a:lnTo>
                <a:lnTo>
                  <a:pt x="609001" y="231078"/>
                </a:lnTo>
                <a:lnTo>
                  <a:pt x="658224" y="233900"/>
                </a:lnTo>
                <a:lnTo>
                  <a:pt x="708283" y="237624"/>
                </a:lnTo>
                <a:lnTo>
                  <a:pt x="759097" y="242044"/>
                </a:lnTo>
                <a:lnTo>
                  <a:pt x="858052" y="251682"/>
                </a:lnTo>
                <a:lnTo>
                  <a:pt x="850963" y="249494"/>
                </a:lnTo>
                <a:lnTo>
                  <a:pt x="845469" y="244928"/>
                </a:lnTo>
                <a:lnTo>
                  <a:pt x="842088" y="238636"/>
                </a:lnTo>
                <a:lnTo>
                  <a:pt x="841674" y="234465"/>
                </a:lnTo>
                <a:lnTo>
                  <a:pt x="841600" y="233723"/>
                </a:lnTo>
                <a:lnTo>
                  <a:pt x="841483" y="232539"/>
                </a:lnTo>
                <a:lnTo>
                  <a:pt x="841357" y="231273"/>
                </a:lnTo>
                <a:lnTo>
                  <a:pt x="842167" y="228649"/>
                </a:lnTo>
                <a:close/>
              </a:path>
              <a:path w="1901825" h="444500">
                <a:moveTo>
                  <a:pt x="861760" y="214599"/>
                </a:moveTo>
                <a:lnTo>
                  <a:pt x="854397" y="215328"/>
                </a:lnTo>
                <a:lnTo>
                  <a:pt x="848105" y="218709"/>
                </a:lnTo>
                <a:lnTo>
                  <a:pt x="843508" y="224305"/>
                </a:lnTo>
                <a:lnTo>
                  <a:pt x="841486" y="230854"/>
                </a:lnTo>
                <a:lnTo>
                  <a:pt x="841600" y="233723"/>
                </a:lnTo>
                <a:lnTo>
                  <a:pt x="841832" y="236056"/>
                </a:lnTo>
                <a:lnTo>
                  <a:pt x="841913" y="236868"/>
                </a:lnTo>
                <a:lnTo>
                  <a:pt x="841975" y="237495"/>
                </a:lnTo>
                <a:lnTo>
                  <a:pt x="842088" y="238636"/>
                </a:lnTo>
                <a:lnTo>
                  <a:pt x="845469" y="244928"/>
                </a:lnTo>
                <a:lnTo>
                  <a:pt x="850963" y="249494"/>
                </a:lnTo>
                <a:lnTo>
                  <a:pt x="858052" y="251682"/>
                </a:lnTo>
                <a:lnTo>
                  <a:pt x="861687" y="215321"/>
                </a:lnTo>
                <a:lnTo>
                  <a:pt x="861760" y="214599"/>
                </a:lnTo>
                <a:close/>
              </a:path>
              <a:path w="1901825" h="444500">
                <a:moveTo>
                  <a:pt x="1868917" y="6169"/>
                </a:moveTo>
                <a:lnTo>
                  <a:pt x="1833602" y="42768"/>
                </a:lnTo>
                <a:lnTo>
                  <a:pt x="1796798" y="75589"/>
                </a:lnTo>
                <a:lnTo>
                  <a:pt x="1758580" y="104812"/>
                </a:lnTo>
                <a:lnTo>
                  <a:pt x="1719024" y="130616"/>
                </a:lnTo>
                <a:lnTo>
                  <a:pt x="1678206" y="153181"/>
                </a:lnTo>
                <a:lnTo>
                  <a:pt x="1636201" y="172687"/>
                </a:lnTo>
                <a:lnTo>
                  <a:pt x="1593086" y="189313"/>
                </a:lnTo>
                <a:lnTo>
                  <a:pt x="1548936" y="203240"/>
                </a:lnTo>
                <a:lnTo>
                  <a:pt x="1504623" y="214445"/>
                </a:lnTo>
                <a:lnTo>
                  <a:pt x="1457836" y="223712"/>
                </a:lnTo>
                <a:lnTo>
                  <a:pt x="1410313" y="230723"/>
                </a:lnTo>
                <a:lnTo>
                  <a:pt x="1410002" y="230723"/>
                </a:lnTo>
                <a:lnTo>
                  <a:pt x="1363353" y="235552"/>
                </a:lnTo>
                <a:lnTo>
                  <a:pt x="1313181" y="238791"/>
                </a:lnTo>
                <a:lnTo>
                  <a:pt x="1310973" y="238793"/>
                </a:lnTo>
                <a:lnTo>
                  <a:pt x="1266280" y="240148"/>
                </a:lnTo>
                <a:lnTo>
                  <a:pt x="1555990" y="239869"/>
                </a:lnTo>
                <a:lnTo>
                  <a:pt x="1605505" y="224443"/>
                </a:lnTo>
                <a:lnTo>
                  <a:pt x="1650788" y="206977"/>
                </a:lnTo>
                <a:lnTo>
                  <a:pt x="1695004" y="186449"/>
                </a:lnTo>
                <a:lnTo>
                  <a:pt x="1738055" y="162664"/>
                </a:lnTo>
                <a:lnTo>
                  <a:pt x="1779845" y="135426"/>
                </a:lnTo>
                <a:lnTo>
                  <a:pt x="1820275" y="104539"/>
                </a:lnTo>
                <a:lnTo>
                  <a:pt x="1859249" y="69809"/>
                </a:lnTo>
                <a:lnTo>
                  <a:pt x="1896669" y="31040"/>
                </a:lnTo>
                <a:lnTo>
                  <a:pt x="1868917" y="6169"/>
                </a:lnTo>
                <a:close/>
              </a:path>
              <a:path w="1901825" h="444500">
                <a:moveTo>
                  <a:pt x="1881774" y="0"/>
                </a:moveTo>
                <a:lnTo>
                  <a:pt x="1874848" y="1745"/>
                </a:lnTo>
                <a:lnTo>
                  <a:pt x="1868917" y="6169"/>
                </a:lnTo>
                <a:lnTo>
                  <a:pt x="1896669" y="31040"/>
                </a:lnTo>
                <a:lnTo>
                  <a:pt x="1900419" y="24661"/>
                </a:lnTo>
                <a:lnTo>
                  <a:pt x="1901398" y="17586"/>
                </a:lnTo>
                <a:lnTo>
                  <a:pt x="1899652" y="10659"/>
                </a:lnTo>
                <a:lnTo>
                  <a:pt x="1895228" y="4728"/>
                </a:lnTo>
                <a:lnTo>
                  <a:pt x="1888850" y="978"/>
                </a:lnTo>
                <a:lnTo>
                  <a:pt x="1881774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34803" y="2088324"/>
            <a:ext cx="1662430" cy="1506855"/>
          </a:xfrm>
          <a:custGeom>
            <a:avLst/>
            <a:gdLst/>
            <a:ahLst/>
            <a:cxnLst/>
            <a:rect l="l" t="t" r="r" b="b"/>
            <a:pathLst>
              <a:path w="1662429" h="1506854">
                <a:moveTo>
                  <a:pt x="777913" y="1399806"/>
                </a:moveTo>
                <a:lnTo>
                  <a:pt x="777798" y="1392656"/>
                </a:lnTo>
                <a:lnTo>
                  <a:pt x="775017" y="1386078"/>
                </a:lnTo>
                <a:lnTo>
                  <a:pt x="769747" y="1380883"/>
                </a:lnTo>
                <a:lnTo>
                  <a:pt x="726541" y="1351318"/>
                </a:lnTo>
                <a:lnTo>
                  <a:pt x="685063" y="1319898"/>
                </a:lnTo>
                <a:lnTo>
                  <a:pt x="645629" y="1286433"/>
                </a:lnTo>
                <a:lnTo>
                  <a:pt x="608495" y="1250759"/>
                </a:lnTo>
                <a:lnTo>
                  <a:pt x="573951" y="1212697"/>
                </a:lnTo>
                <a:lnTo>
                  <a:pt x="542302" y="1172083"/>
                </a:lnTo>
                <a:lnTo>
                  <a:pt x="513803" y="1128737"/>
                </a:lnTo>
                <a:lnTo>
                  <a:pt x="490969" y="1089266"/>
                </a:lnTo>
                <a:lnTo>
                  <a:pt x="468274" y="1047673"/>
                </a:lnTo>
                <a:lnTo>
                  <a:pt x="447408" y="1008062"/>
                </a:lnTo>
                <a:lnTo>
                  <a:pt x="403059" y="923340"/>
                </a:lnTo>
                <a:lnTo>
                  <a:pt x="380669" y="882281"/>
                </a:lnTo>
                <a:lnTo>
                  <a:pt x="357149" y="841629"/>
                </a:lnTo>
                <a:lnTo>
                  <a:pt x="332752" y="802665"/>
                </a:lnTo>
                <a:lnTo>
                  <a:pt x="306400" y="764628"/>
                </a:lnTo>
                <a:lnTo>
                  <a:pt x="277990" y="728256"/>
                </a:lnTo>
                <a:lnTo>
                  <a:pt x="247154" y="693889"/>
                </a:lnTo>
                <a:lnTo>
                  <a:pt x="213499" y="661835"/>
                </a:lnTo>
                <a:lnTo>
                  <a:pt x="176682" y="632447"/>
                </a:lnTo>
                <a:lnTo>
                  <a:pt x="136321" y="606056"/>
                </a:lnTo>
                <a:lnTo>
                  <a:pt x="92049" y="582993"/>
                </a:lnTo>
                <a:lnTo>
                  <a:pt x="43497" y="563600"/>
                </a:lnTo>
                <a:lnTo>
                  <a:pt x="36169" y="562622"/>
                </a:lnTo>
                <a:lnTo>
                  <a:pt x="29273" y="564476"/>
                </a:lnTo>
                <a:lnTo>
                  <a:pt x="23571" y="568782"/>
                </a:lnTo>
                <a:lnTo>
                  <a:pt x="19824" y="575170"/>
                </a:lnTo>
                <a:lnTo>
                  <a:pt x="18859" y="582498"/>
                </a:lnTo>
                <a:lnTo>
                  <a:pt x="20713" y="589407"/>
                </a:lnTo>
                <a:lnTo>
                  <a:pt x="25006" y="595109"/>
                </a:lnTo>
                <a:lnTo>
                  <a:pt x="31394" y="598843"/>
                </a:lnTo>
                <a:lnTo>
                  <a:pt x="82321" y="619582"/>
                </a:lnTo>
                <a:lnTo>
                  <a:pt x="128257" y="644740"/>
                </a:lnTo>
                <a:lnTo>
                  <a:pt x="169735" y="673912"/>
                </a:lnTo>
                <a:lnTo>
                  <a:pt x="207289" y="706729"/>
                </a:lnTo>
                <a:lnTo>
                  <a:pt x="241427" y="742784"/>
                </a:lnTo>
                <a:lnTo>
                  <a:pt x="272694" y="781710"/>
                </a:lnTo>
                <a:lnTo>
                  <a:pt x="301599" y="823125"/>
                </a:lnTo>
                <a:lnTo>
                  <a:pt x="325183" y="860793"/>
                </a:lnTo>
                <a:lnTo>
                  <a:pt x="348183" y="900569"/>
                </a:lnTo>
                <a:lnTo>
                  <a:pt x="370154" y="940828"/>
                </a:lnTo>
                <a:lnTo>
                  <a:pt x="435406" y="1065237"/>
                </a:lnTo>
                <a:lnTo>
                  <a:pt x="458495" y="1107528"/>
                </a:lnTo>
                <a:lnTo>
                  <a:pt x="481838" y="1147889"/>
                </a:lnTo>
                <a:lnTo>
                  <a:pt x="508076" y="1188262"/>
                </a:lnTo>
                <a:lnTo>
                  <a:pt x="536829" y="1226286"/>
                </a:lnTo>
                <a:lnTo>
                  <a:pt x="567855" y="1262075"/>
                </a:lnTo>
                <a:lnTo>
                  <a:pt x="600951" y="1295768"/>
                </a:lnTo>
                <a:lnTo>
                  <a:pt x="635863" y="1327492"/>
                </a:lnTo>
                <a:lnTo>
                  <a:pt x="672401" y="1357376"/>
                </a:lnTo>
                <a:lnTo>
                  <a:pt x="710311" y="1385531"/>
                </a:lnTo>
                <a:lnTo>
                  <a:pt x="749388" y="1412113"/>
                </a:lnTo>
                <a:lnTo>
                  <a:pt x="756259" y="1414843"/>
                </a:lnTo>
                <a:lnTo>
                  <a:pt x="763219" y="1414741"/>
                </a:lnTo>
                <a:lnTo>
                  <a:pt x="763409" y="1414729"/>
                </a:lnTo>
                <a:lnTo>
                  <a:pt x="769988" y="1411947"/>
                </a:lnTo>
                <a:lnTo>
                  <a:pt x="775169" y="1406677"/>
                </a:lnTo>
                <a:lnTo>
                  <a:pt x="777913" y="1399806"/>
                </a:lnTo>
                <a:close/>
              </a:path>
              <a:path w="1662429" h="1506854">
                <a:moveTo>
                  <a:pt x="1541145" y="1083576"/>
                </a:moveTo>
                <a:lnTo>
                  <a:pt x="1538719" y="1076858"/>
                </a:lnTo>
                <a:lnTo>
                  <a:pt x="1533956" y="1071537"/>
                </a:lnTo>
                <a:lnTo>
                  <a:pt x="1527289" y="1068336"/>
                </a:lnTo>
                <a:lnTo>
                  <a:pt x="1473873" y="1052728"/>
                </a:lnTo>
                <a:lnTo>
                  <a:pt x="1424305" y="1034072"/>
                </a:lnTo>
                <a:lnTo>
                  <a:pt x="1378292" y="1012532"/>
                </a:lnTo>
                <a:lnTo>
                  <a:pt x="1335595" y="988314"/>
                </a:lnTo>
                <a:lnTo>
                  <a:pt x="1295946" y="961618"/>
                </a:lnTo>
                <a:lnTo>
                  <a:pt x="1259090" y="932637"/>
                </a:lnTo>
                <a:lnTo>
                  <a:pt x="1224775" y="901547"/>
                </a:lnTo>
                <a:lnTo>
                  <a:pt x="1192707" y="868540"/>
                </a:lnTo>
                <a:lnTo>
                  <a:pt x="1162659" y="833831"/>
                </a:lnTo>
                <a:lnTo>
                  <a:pt x="1134364" y="797598"/>
                </a:lnTo>
                <a:lnTo>
                  <a:pt x="1107554" y="760031"/>
                </a:lnTo>
                <a:lnTo>
                  <a:pt x="1081976" y="721334"/>
                </a:lnTo>
                <a:lnTo>
                  <a:pt x="1057351" y="681685"/>
                </a:lnTo>
                <a:lnTo>
                  <a:pt x="1034275" y="642696"/>
                </a:lnTo>
                <a:lnTo>
                  <a:pt x="966622" y="523278"/>
                </a:lnTo>
                <a:lnTo>
                  <a:pt x="970153" y="529386"/>
                </a:lnTo>
                <a:lnTo>
                  <a:pt x="940460" y="477380"/>
                </a:lnTo>
                <a:lnTo>
                  <a:pt x="917016" y="437515"/>
                </a:lnTo>
                <a:lnTo>
                  <a:pt x="892759" y="398119"/>
                </a:lnTo>
                <a:lnTo>
                  <a:pt x="867448" y="359397"/>
                </a:lnTo>
                <a:lnTo>
                  <a:pt x="840854" y="321551"/>
                </a:lnTo>
                <a:lnTo>
                  <a:pt x="812723" y="284822"/>
                </a:lnTo>
                <a:lnTo>
                  <a:pt x="782815" y="249389"/>
                </a:lnTo>
                <a:lnTo>
                  <a:pt x="750874" y="215506"/>
                </a:lnTo>
                <a:lnTo>
                  <a:pt x="716673" y="183349"/>
                </a:lnTo>
                <a:lnTo>
                  <a:pt x="679958" y="153149"/>
                </a:lnTo>
                <a:lnTo>
                  <a:pt x="640499" y="125133"/>
                </a:lnTo>
                <a:lnTo>
                  <a:pt x="598030" y="99491"/>
                </a:lnTo>
                <a:lnTo>
                  <a:pt x="552323" y="76441"/>
                </a:lnTo>
                <a:lnTo>
                  <a:pt x="503135" y="56210"/>
                </a:lnTo>
                <a:lnTo>
                  <a:pt x="495820" y="55079"/>
                </a:lnTo>
                <a:lnTo>
                  <a:pt x="488886" y="56794"/>
                </a:lnTo>
                <a:lnTo>
                  <a:pt x="483095" y="60972"/>
                </a:lnTo>
                <a:lnTo>
                  <a:pt x="479221" y="67271"/>
                </a:lnTo>
                <a:lnTo>
                  <a:pt x="478091" y="74587"/>
                </a:lnTo>
                <a:lnTo>
                  <a:pt x="479793" y="81521"/>
                </a:lnTo>
                <a:lnTo>
                  <a:pt x="483971" y="87312"/>
                </a:lnTo>
                <a:lnTo>
                  <a:pt x="490270" y="91198"/>
                </a:lnTo>
                <a:lnTo>
                  <a:pt x="540042" y="111823"/>
                </a:lnTo>
                <a:lnTo>
                  <a:pt x="586079" y="135509"/>
                </a:lnTo>
                <a:lnTo>
                  <a:pt x="628675" y="162039"/>
                </a:lnTo>
                <a:lnTo>
                  <a:pt x="668134" y="191211"/>
                </a:lnTo>
                <a:lnTo>
                  <a:pt x="704735" y="222783"/>
                </a:lnTo>
                <a:lnTo>
                  <a:pt x="738809" y="256540"/>
                </a:lnTo>
                <a:lnTo>
                  <a:pt x="770623" y="292277"/>
                </a:lnTo>
                <a:lnTo>
                  <a:pt x="800481" y="329768"/>
                </a:lnTo>
                <a:lnTo>
                  <a:pt x="828687" y="368782"/>
                </a:lnTo>
                <a:lnTo>
                  <a:pt x="855535" y="409117"/>
                </a:lnTo>
                <a:lnTo>
                  <a:pt x="881329" y="450545"/>
                </a:lnTo>
                <a:lnTo>
                  <a:pt x="918514" y="514146"/>
                </a:lnTo>
                <a:lnTo>
                  <a:pt x="975461" y="615086"/>
                </a:lnTo>
                <a:lnTo>
                  <a:pt x="996950" y="652780"/>
                </a:lnTo>
                <a:lnTo>
                  <a:pt x="1019733" y="691603"/>
                </a:lnTo>
                <a:lnTo>
                  <a:pt x="1043254" y="730021"/>
                </a:lnTo>
                <a:lnTo>
                  <a:pt x="1067752" y="767842"/>
                </a:lnTo>
                <a:lnTo>
                  <a:pt x="1093431" y="804875"/>
                </a:lnTo>
                <a:lnTo>
                  <a:pt x="1120546" y="840917"/>
                </a:lnTo>
                <a:lnTo>
                  <a:pt x="1149286" y="875792"/>
                </a:lnTo>
                <a:lnTo>
                  <a:pt x="1179880" y="909281"/>
                </a:lnTo>
                <a:lnTo>
                  <a:pt x="1212557" y="941197"/>
                </a:lnTo>
                <a:lnTo>
                  <a:pt x="1247533" y="971359"/>
                </a:lnTo>
                <a:lnTo>
                  <a:pt x="1285036" y="999566"/>
                </a:lnTo>
                <a:lnTo>
                  <a:pt x="1325283" y="1025626"/>
                </a:lnTo>
                <a:lnTo>
                  <a:pt x="1368501" y="1049337"/>
                </a:lnTo>
                <a:lnTo>
                  <a:pt x="1414907" y="1070508"/>
                </a:lnTo>
                <a:lnTo>
                  <a:pt x="1464716" y="1088961"/>
                </a:lnTo>
                <a:lnTo>
                  <a:pt x="1518145" y="1104468"/>
                </a:lnTo>
                <a:lnTo>
                  <a:pt x="1525536" y="1104836"/>
                </a:lnTo>
                <a:lnTo>
                  <a:pt x="1532255" y="1102410"/>
                </a:lnTo>
                <a:lnTo>
                  <a:pt x="1537589" y="1097648"/>
                </a:lnTo>
                <a:lnTo>
                  <a:pt x="1540776" y="1090968"/>
                </a:lnTo>
                <a:lnTo>
                  <a:pt x="1541145" y="1083576"/>
                </a:lnTo>
                <a:close/>
              </a:path>
              <a:path w="1662429" h="1506854">
                <a:moveTo>
                  <a:pt x="1594777" y="434136"/>
                </a:moveTo>
                <a:lnTo>
                  <a:pt x="1593024" y="427088"/>
                </a:lnTo>
                <a:lnTo>
                  <a:pt x="1592757" y="426466"/>
                </a:lnTo>
                <a:lnTo>
                  <a:pt x="1592605" y="426085"/>
                </a:lnTo>
                <a:lnTo>
                  <a:pt x="1592414" y="425627"/>
                </a:lnTo>
                <a:lnTo>
                  <a:pt x="1592262" y="425272"/>
                </a:lnTo>
                <a:lnTo>
                  <a:pt x="1592262" y="425704"/>
                </a:lnTo>
                <a:lnTo>
                  <a:pt x="1584045" y="413334"/>
                </a:lnTo>
                <a:lnTo>
                  <a:pt x="1591398" y="424395"/>
                </a:lnTo>
                <a:lnTo>
                  <a:pt x="1592262" y="425704"/>
                </a:lnTo>
                <a:lnTo>
                  <a:pt x="1592262" y="425272"/>
                </a:lnTo>
                <a:lnTo>
                  <a:pt x="1572425" y="378066"/>
                </a:lnTo>
                <a:lnTo>
                  <a:pt x="1557223" y="328485"/>
                </a:lnTo>
                <a:lnTo>
                  <a:pt x="1548815" y="278803"/>
                </a:lnTo>
                <a:lnTo>
                  <a:pt x="1548574" y="229476"/>
                </a:lnTo>
                <a:lnTo>
                  <a:pt x="1557858" y="180962"/>
                </a:lnTo>
                <a:lnTo>
                  <a:pt x="1576400" y="137604"/>
                </a:lnTo>
                <a:lnTo>
                  <a:pt x="1578051" y="133743"/>
                </a:lnTo>
                <a:lnTo>
                  <a:pt x="1582013" y="126707"/>
                </a:lnTo>
                <a:lnTo>
                  <a:pt x="1580984" y="117919"/>
                </a:lnTo>
                <a:lnTo>
                  <a:pt x="1570037" y="106045"/>
                </a:lnTo>
                <a:lnTo>
                  <a:pt x="1561363" y="104305"/>
                </a:lnTo>
                <a:lnTo>
                  <a:pt x="1554035" y="107683"/>
                </a:lnTo>
                <a:lnTo>
                  <a:pt x="1528368" y="115938"/>
                </a:lnTo>
                <a:lnTo>
                  <a:pt x="1528368" y="154089"/>
                </a:lnTo>
                <a:lnTo>
                  <a:pt x="1524584" y="162598"/>
                </a:lnTo>
                <a:lnTo>
                  <a:pt x="1513243" y="210413"/>
                </a:lnTo>
                <a:lnTo>
                  <a:pt x="1510360" y="258318"/>
                </a:lnTo>
                <a:lnTo>
                  <a:pt x="1514729" y="306019"/>
                </a:lnTo>
                <a:lnTo>
                  <a:pt x="1522933" y="343001"/>
                </a:lnTo>
                <a:lnTo>
                  <a:pt x="1488122" y="318643"/>
                </a:lnTo>
                <a:lnTo>
                  <a:pt x="1440853" y="298551"/>
                </a:lnTo>
                <a:lnTo>
                  <a:pt x="1387970" y="288810"/>
                </a:lnTo>
                <a:lnTo>
                  <a:pt x="1360601" y="289293"/>
                </a:lnTo>
                <a:lnTo>
                  <a:pt x="1354594" y="290322"/>
                </a:lnTo>
                <a:lnTo>
                  <a:pt x="1367167" y="271830"/>
                </a:lnTo>
                <a:lnTo>
                  <a:pt x="1371473" y="259575"/>
                </a:lnTo>
                <a:lnTo>
                  <a:pt x="1382001" y="229552"/>
                </a:lnTo>
                <a:lnTo>
                  <a:pt x="1387487" y="184899"/>
                </a:lnTo>
                <a:lnTo>
                  <a:pt x="1385544" y="139903"/>
                </a:lnTo>
                <a:lnTo>
                  <a:pt x="1379791" y="105740"/>
                </a:lnTo>
                <a:lnTo>
                  <a:pt x="1390027" y="115125"/>
                </a:lnTo>
                <a:lnTo>
                  <a:pt x="1421384" y="135534"/>
                </a:lnTo>
                <a:lnTo>
                  <a:pt x="1455928" y="149720"/>
                </a:lnTo>
                <a:lnTo>
                  <a:pt x="1492681" y="156260"/>
                </a:lnTo>
                <a:lnTo>
                  <a:pt x="1528368" y="154089"/>
                </a:lnTo>
                <a:lnTo>
                  <a:pt x="1528368" y="115938"/>
                </a:lnTo>
                <a:lnTo>
                  <a:pt x="1524355" y="117221"/>
                </a:lnTo>
                <a:lnTo>
                  <a:pt x="1494967" y="119062"/>
                </a:lnTo>
                <a:lnTo>
                  <a:pt x="1438846" y="102616"/>
                </a:lnTo>
                <a:lnTo>
                  <a:pt x="1389316" y="64046"/>
                </a:lnTo>
                <a:lnTo>
                  <a:pt x="1353261" y="12026"/>
                </a:lnTo>
                <a:lnTo>
                  <a:pt x="1352296" y="10388"/>
                </a:lnTo>
                <a:lnTo>
                  <a:pt x="1347965" y="4699"/>
                </a:lnTo>
                <a:lnTo>
                  <a:pt x="1342021" y="1143"/>
                </a:lnTo>
                <a:lnTo>
                  <a:pt x="1335201" y="0"/>
                </a:lnTo>
                <a:lnTo>
                  <a:pt x="1328216" y="1524"/>
                </a:lnTo>
                <a:lnTo>
                  <a:pt x="1322311" y="5549"/>
                </a:lnTo>
                <a:lnTo>
                  <a:pt x="1318463" y="11303"/>
                </a:lnTo>
                <a:lnTo>
                  <a:pt x="1316964" y="18059"/>
                </a:lnTo>
                <a:lnTo>
                  <a:pt x="1318120" y="25120"/>
                </a:lnTo>
                <a:lnTo>
                  <a:pt x="1331061" y="63271"/>
                </a:lnTo>
                <a:lnTo>
                  <a:pt x="1341628" y="103225"/>
                </a:lnTo>
                <a:lnTo>
                  <a:pt x="1348486" y="143789"/>
                </a:lnTo>
                <a:lnTo>
                  <a:pt x="1350251" y="183730"/>
                </a:lnTo>
                <a:lnTo>
                  <a:pt x="1345742" y="221081"/>
                </a:lnTo>
                <a:lnTo>
                  <a:pt x="1333804" y="255257"/>
                </a:lnTo>
                <a:lnTo>
                  <a:pt x="1313167" y="285394"/>
                </a:lnTo>
                <a:lnTo>
                  <a:pt x="1302321" y="294360"/>
                </a:lnTo>
                <a:lnTo>
                  <a:pt x="1302321" y="342252"/>
                </a:lnTo>
                <a:lnTo>
                  <a:pt x="1298524" y="336194"/>
                </a:lnTo>
                <a:lnTo>
                  <a:pt x="1300543" y="339407"/>
                </a:lnTo>
                <a:lnTo>
                  <a:pt x="1302321" y="342252"/>
                </a:lnTo>
                <a:lnTo>
                  <a:pt x="1302321" y="294360"/>
                </a:lnTo>
                <a:lnTo>
                  <a:pt x="1282560" y="310667"/>
                </a:lnTo>
                <a:lnTo>
                  <a:pt x="1274470" y="315722"/>
                </a:lnTo>
                <a:lnTo>
                  <a:pt x="1271511" y="326072"/>
                </a:lnTo>
                <a:lnTo>
                  <a:pt x="1275702" y="334645"/>
                </a:lnTo>
                <a:lnTo>
                  <a:pt x="1279829" y="340182"/>
                </a:lnTo>
                <a:lnTo>
                  <a:pt x="1285481" y="343750"/>
                </a:lnTo>
                <a:lnTo>
                  <a:pt x="1292034" y="345097"/>
                </a:lnTo>
                <a:lnTo>
                  <a:pt x="1298841" y="343954"/>
                </a:lnTo>
                <a:lnTo>
                  <a:pt x="1321181" y="336181"/>
                </a:lnTo>
                <a:lnTo>
                  <a:pt x="1342859" y="330047"/>
                </a:lnTo>
                <a:lnTo>
                  <a:pt x="1364145" y="326377"/>
                </a:lnTo>
                <a:lnTo>
                  <a:pt x="1385328" y="325983"/>
                </a:lnTo>
                <a:lnTo>
                  <a:pt x="1429727" y="334124"/>
                </a:lnTo>
                <a:lnTo>
                  <a:pt x="1469923" y="351180"/>
                </a:lnTo>
                <a:lnTo>
                  <a:pt x="1505369" y="375970"/>
                </a:lnTo>
                <a:lnTo>
                  <a:pt x="1535518" y="407276"/>
                </a:lnTo>
                <a:lnTo>
                  <a:pt x="1559204" y="443026"/>
                </a:lnTo>
                <a:lnTo>
                  <a:pt x="1559801" y="443928"/>
                </a:lnTo>
                <a:lnTo>
                  <a:pt x="1564436" y="449516"/>
                </a:lnTo>
                <a:lnTo>
                  <a:pt x="1570634" y="452818"/>
                </a:lnTo>
                <a:lnTo>
                  <a:pt x="1577606" y="453605"/>
                </a:lnTo>
                <a:lnTo>
                  <a:pt x="1584591" y="451650"/>
                </a:lnTo>
                <a:lnTo>
                  <a:pt x="1590306" y="447167"/>
                </a:lnTo>
                <a:lnTo>
                  <a:pt x="1593786" y="441083"/>
                </a:lnTo>
                <a:lnTo>
                  <a:pt x="1594777" y="434136"/>
                </a:lnTo>
                <a:close/>
              </a:path>
              <a:path w="1662429" h="1506854">
                <a:moveTo>
                  <a:pt x="1662112" y="1487893"/>
                </a:moveTo>
                <a:lnTo>
                  <a:pt x="1593469" y="1466964"/>
                </a:lnTo>
                <a:lnTo>
                  <a:pt x="1543799" y="1461960"/>
                </a:lnTo>
                <a:lnTo>
                  <a:pt x="1494751" y="1454137"/>
                </a:lnTo>
                <a:lnTo>
                  <a:pt x="1446403" y="1443583"/>
                </a:lnTo>
                <a:lnTo>
                  <a:pt x="1398828" y="1430388"/>
                </a:lnTo>
                <a:lnTo>
                  <a:pt x="1352092" y="1414640"/>
                </a:lnTo>
                <a:lnTo>
                  <a:pt x="1306258" y="1396441"/>
                </a:lnTo>
                <a:lnTo>
                  <a:pt x="1261402" y="1375879"/>
                </a:lnTo>
                <a:lnTo>
                  <a:pt x="1217599" y="1353058"/>
                </a:lnTo>
                <a:lnTo>
                  <a:pt x="1174902" y="1328051"/>
                </a:lnTo>
                <a:lnTo>
                  <a:pt x="1133386" y="1300975"/>
                </a:lnTo>
                <a:lnTo>
                  <a:pt x="1093114" y="1271905"/>
                </a:lnTo>
                <a:lnTo>
                  <a:pt x="1054176" y="1240955"/>
                </a:lnTo>
                <a:lnTo>
                  <a:pt x="1016609" y="1208189"/>
                </a:lnTo>
                <a:lnTo>
                  <a:pt x="980516" y="1173721"/>
                </a:lnTo>
                <a:lnTo>
                  <a:pt x="945946" y="1137640"/>
                </a:lnTo>
                <a:lnTo>
                  <a:pt x="912977" y="1100035"/>
                </a:lnTo>
                <a:lnTo>
                  <a:pt x="881659" y="1061008"/>
                </a:lnTo>
                <a:lnTo>
                  <a:pt x="852093" y="1020635"/>
                </a:lnTo>
                <a:lnTo>
                  <a:pt x="823671" y="976896"/>
                </a:lnTo>
                <a:lnTo>
                  <a:pt x="797826" y="931545"/>
                </a:lnTo>
                <a:lnTo>
                  <a:pt x="773772" y="884885"/>
                </a:lnTo>
                <a:lnTo>
                  <a:pt x="751293" y="838352"/>
                </a:lnTo>
                <a:lnTo>
                  <a:pt x="704977" y="740854"/>
                </a:lnTo>
                <a:lnTo>
                  <a:pt x="680631" y="692810"/>
                </a:lnTo>
                <a:lnTo>
                  <a:pt x="654367" y="645629"/>
                </a:lnTo>
                <a:lnTo>
                  <a:pt x="627126" y="601903"/>
                </a:lnTo>
                <a:lnTo>
                  <a:pt x="598081" y="560095"/>
                </a:lnTo>
                <a:lnTo>
                  <a:pt x="567283" y="520268"/>
                </a:lnTo>
                <a:lnTo>
                  <a:pt x="534746" y="482434"/>
                </a:lnTo>
                <a:lnTo>
                  <a:pt x="500519" y="446633"/>
                </a:lnTo>
                <a:lnTo>
                  <a:pt x="464629" y="412902"/>
                </a:lnTo>
                <a:lnTo>
                  <a:pt x="427101" y="381292"/>
                </a:lnTo>
                <a:lnTo>
                  <a:pt x="387997" y="351815"/>
                </a:lnTo>
                <a:lnTo>
                  <a:pt x="347319" y="324510"/>
                </a:lnTo>
                <a:lnTo>
                  <a:pt x="305130" y="299427"/>
                </a:lnTo>
                <a:lnTo>
                  <a:pt x="261429" y="276580"/>
                </a:lnTo>
                <a:lnTo>
                  <a:pt x="216293" y="256032"/>
                </a:lnTo>
                <a:lnTo>
                  <a:pt x="169722" y="237782"/>
                </a:lnTo>
                <a:lnTo>
                  <a:pt x="121754" y="221894"/>
                </a:lnTo>
                <a:lnTo>
                  <a:pt x="72440" y="208394"/>
                </a:lnTo>
                <a:lnTo>
                  <a:pt x="21805" y="197319"/>
                </a:lnTo>
                <a:lnTo>
                  <a:pt x="14414" y="197383"/>
                </a:lnTo>
                <a:lnTo>
                  <a:pt x="7835" y="200190"/>
                </a:lnTo>
                <a:lnTo>
                  <a:pt x="2806" y="205257"/>
                </a:lnTo>
                <a:lnTo>
                  <a:pt x="0" y="212102"/>
                </a:lnTo>
                <a:lnTo>
                  <a:pt x="63" y="219494"/>
                </a:lnTo>
                <a:lnTo>
                  <a:pt x="2870" y="226072"/>
                </a:lnTo>
                <a:lnTo>
                  <a:pt x="7924" y="231114"/>
                </a:lnTo>
                <a:lnTo>
                  <a:pt x="14770" y="233921"/>
                </a:lnTo>
                <a:lnTo>
                  <a:pt x="63411" y="244551"/>
                </a:lnTo>
                <a:lnTo>
                  <a:pt x="110782" y="257517"/>
                </a:lnTo>
                <a:lnTo>
                  <a:pt x="156832" y="272757"/>
                </a:lnTo>
                <a:lnTo>
                  <a:pt x="201549" y="290258"/>
                </a:lnTo>
                <a:lnTo>
                  <a:pt x="244894" y="309981"/>
                </a:lnTo>
                <a:lnTo>
                  <a:pt x="286842" y="331901"/>
                </a:lnTo>
                <a:lnTo>
                  <a:pt x="327342" y="355981"/>
                </a:lnTo>
                <a:lnTo>
                  <a:pt x="366395" y="382181"/>
                </a:lnTo>
                <a:lnTo>
                  <a:pt x="403936" y="410476"/>
                </a:lnTo>
                <a:lnTo>
                  <a:pt x="439953" y="440842"/>
                </a:lnTo>
                <a:lnTo>
                  <a:pt x="474421" y="473240"/>
                </a:lnTo>
                <a:lnTo>
                  <a:pt x="507288" y="507631"/>
                </a:lnTo>
                <a:lnTo>
                  <a:pt x="538543" y="543991"/>
                </a:lnTo>
                <a:lnTo>
                  <a:pt x="568147" y="582282"/>
                </a:lnTo>
                <a:lnTo>
                  <a:pt x="596061" y="622490"/>
                </a:lnTo>
                <a:lnTo>
                  <a:pt x="622261" y="664552"/>
                </a:lnTo>
                <a:lnTo>
                  <a:pt x="647750" y="710361"/>
                </a:lnTo>
                <a:lnTo>
                  <a:pt x="671512" y="757237"/>
                </a:lnTo>
                <a:lnTo>
                  <a:pt x="740346" y="901369"/>
                </a:lnTo>
                <a:lnTo>
                  <a:pt x="765022" y="949236"/>
                </a:lnTo>
                <a:lnTo>
                  <a:pt x="791845" y="996276"/>
                </a:lnTo>
                <a:lnTo>
                  <a:pt x="821563" y="1042009"/>
                </a:lnTo>
                <a:lnTo>
                  <a:pt x="850468" y="1081544"/>
                </a:lnTo>
                <a:lnTo>
                  <a:pt x="881011" y="1119886"/>
                </a:lnTo>
                <a:lnTo>
                  <a:pt x="913130" y="1156931"/>
                </a:lnTo>
                <a:lnTo>
                  <a:pt x="946785" y="1192618"/>
                </a:lnTo>
                <a:lnTo>
                  <a:pt x="981887" y="1226832"/>
                </a:lnTo>
                <a:lnTo>
                  <a:pt x="1018400" y="1259497"/>
                </a:lnTo>
                <a:lnTo>
                  <a:pt x="1056259" y="1290535"/>
                </a:lnTo>
                <a:lnTo>
                  <a:pt x="1095387" y="1319847"/>
                </a:lnTo>
                <a:lnTo>
                  <a:pt x="1135748" y="1347355"/>
                </a:lnTo>
                <a:lnTo>
                  <a:pt x="1177277" y="1372984"/>
                </a:lnTo>
                <a:lnTo>
                  <a:pt x="1219898" y="1396631"/>
                </a:lnTo>
                <a:lnTo>
                  <a:pt x="1263561" y="1418209"/>
                </a:lnTo>
                <a:lnTo>
                  <a:pt x="1308214" y="1437652"/>
                </a:lnTo>
                <a:lnTo>
                  <a:pt x="1353781" y="1454848"/>
                </a:lnTo>
                <a:lnTo>
                  <a:pt x="1400225" y="1469732"/>
                </a:lnTo>
                <a:lnTo>
                  <a:pt x="1447457" y="1482204"/>
                </a:lnTo>
                <a:lnTo>
                  <a:pt x="1495450" y="1492186"/>
                </a:lnTo>
                <a:lnTo>
                  <a:pt x="1544116" y="1499590"/>
                </a:lnTo>
                <a:lnTo>
                  <a:pt x="1593405" y="1504327"/>
                </a:lnTo>
                <a:lnTo>
                  <a:pt x="1643265" y="1506308"/>
                </a:lnTo>
                <a:lnTo>
                  <a:pt x="1650542" y="1504924"/>
                </a:lnTo>
                <a:lnTo>
                  <a:pt x="1656499" y="1501000"/>
                </a:lnTo>
                <a:lnTo>
                  <a:pt x="1660563" y="1495132"/>
                </a:lnTo>
                <a:lnTo>
                  <a:pt x="1662112" y="1487893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53963" y="2300482"/>
            <a:ext cx="240665" cy="262255"/>
          </a:xfrm>
          <a:custGeom>
            <a:avLst/>
            <a:gdLst/>
            <a:ahLst/>
            <a:cxnLst/>
            <a:rect l="l" t="t" r="r" b="b"/>
            <a:pathLst>
              <a:path w="240664" h="262255">
                <a:moveTo>
                  <a:pt x="219763" y="241935"/>
                </a:moveTo>
                <a:lnTo>
                  <a:pt x="209511" y="257495"/>
                </a:lnTo>
                <a:lnTo>
                  <a:pt x="216452" y="262070"/>
                </a:lnTo>
                <a:lnTo>
                  <a:pt x="225583" y="261493"/>
                </a:lnTo>
                <a:lnTo>
                  <a:pt x="238202" y="250666"/>
                </a:lnTo>
                <a:lnTo>
                  <a:pt x="240163" y="241727"/>
                </a:lnTo>
                <a:lnTo>
                  <a:pt x="236698" y="234169"/>
                </a:lnTo>
                <a:lnTo>
                  <a:pt x="219763" y="241935"/>
                </a:lnTo>
                <a:close/>
              </a:path>
              <a:path w="240664" h="262255">
                <a:moveTo>
                  <a:pt x="173326" y="79734"/>
                </a:moveTo>
                <a:lnTo>
                  <a:pt x="176054" y="153621"/>
                </a:lnTo>
                <a:lnTo>
                  <a:pt x="186177" y="203396"/>
                </a:lnTo>
                <a:lnTo>
                  <a:pt x="230014" y="226375"/>
                </a:lnTo>
                <a:lnTo>
                  <a:pt x="219763" y="241935"/>
                </a:lnTo>
                <a:lnTo>
                  <a:pt x="236698" y="234169"/>
                </a:lnTo>
                <a:lnTo>
                  <a:pt x="222015" y="193185"/>
                </a:lnTo>
                <a:lnTo>
                  <a:pt x="212970" y="148552"/>
                </a:lnTo>
                <a:lnTo>
                  <a:pt x="209488" y="103035"/>
                </a:lnTo>
                <a:lnTo>
                  <a:pt x="211407" y="61324"/>
                </a:lnTo>
                <a:lnTo>
                  <a:pt x="197340" y="75422"/>
                </a:lnTo>
                <a:lnTo>
                  <a:pt x="173326" y="79734"/>
                </a:lnTo>
                <a:close/>
              </a:path>
              <a:path w="240664" h="262255">
                <a:moveTo>
                  <a:pt x="12913" y="203430"/>
                </a:moveTo>
                <a:lnTo>
                  <a:pt x="7760" y="209794"/>
                </a:lnTo>
                <a:lnTo>
                  <a:pt x="7366" y="218777"/>
                </a:lnTo>
                <a:lnTo>
                  <a:pt x="16516" y="232361"/>
                </a:lnTo>
                <a:lnTo>
                  <a:pt x="24987" y="235370"/>
                </a:lnTo>
                <a:lnTo>
                  <a:pt x="32972" y="232954"/>
                </a:lnTo>
                <a:lnTo>
                  <a:pt x="78832" y="223948"/>
                </a:lnTo>
                <a:lnTo>
                  <a:pt x="124134" y="224976"/>
                </a:lnTo>
                <a:lnTo>
                  <a:pt x="167952" y="236137"/>
                </a:lnTo>
                <a:lnTo>
                  <a:pt x="209511" y="257495"/>
                </a:lnTo>
                <a:lnTo>
                  <a:pt x="219763" y="241935"/>
                </a:lnTo>
                <a:lnTo>
                  <a:pt x="202827" y="249701"/>
                </a:lnTo>
                <a:lnTo>
                  <a:pt x="186395" y="204002"/>
                </a:lnTo>
                <a:lnTo>
                  <a:pt x="180920" y="201193"/>
                </a:lnTo>
                <a:lnTo>
                  <a:pt x="129157" y="188046"/>
                </a:lnTo>
                <a:lnTo>
                  <a:pt x="81728" y="186941"/>
                </a:lnTo>
                <a:lnTo>
                  <a:pt x="41871" y="226884"/>
                </a:lnTo>
                <a:lnTo>
                  <a:pt x="40299" y="225611"/>
                </a:lnTo>
                <a:lnTo>
                  <a:pt x="32849" y="233078"/>
                </a:lnTo>
                <a:lnTo>
                  <a:pt x="27392" y="215157"/>
                </a:lnTo>
                <a:lnTo>
                  <a:pt x="13576" y="203966"/>
                </a:lnTo>
                <a:lnTo>
                  <a:pt x="12913" y="203430"/>
                </a:lnTo>
                <a:close/>
              </a:path>
              <a:path w="240664" h="262255">
                <a:moveTo>
                  <a:pt x="186395" y="204002"/>
                </a:moveTo>
                <a:lnTo>
                  <a:pt x="202827" y="249701"/>
                </a:lnTo>
                <a:lnTo>
                  <a:pt x="219763" y="241935"/>
                </a:lnTo>
                <a:lnTo>
                  <a:pt x="230014" y="226375"/>
                </a:lnTo>
                <a:lnTo>
                  <a:pt x="186395" y="204002"/>
                </a:lnTo>
                <a:close/>
              </a:path>
              <a:path w="240664" h="262255">
                <a:moveTo>
                  <a:pt x="174470" y="55207"/>
                </a:moveTo>
                <a:lnTo>
                  <a:pt x="173326" y="79734"/>
                </a:lnTo>
                <a:lnTo>
                  <a:pt x="197340" y="75422"/>
                </a:lnTo>
                <a:lnTo>
                  <a:pt x="193016" y="57440"/>
                </a:lnTo>
                <a:lnTo>
                  <a:pt x="174470" y="55207"/>
                </a:lnTo>
                <a:close/>
              </a:path>
              <a:path w="240664" h="262255">
                <a:moveTo>
                  <a:pt x="188626" y="39185"/>
                </a:moveTo>
                <a:lnTo>
                  <a:pt x="197340" y="75422"/>
                </a:lnTo>
                <a:lnTo>
                  <a:pt x="211407" y="61324"/>
                </a:lnTo>
                <a:lnTo>
                  <a:pt x="211496" y="59399"/>
                </a:lnTo>
                <a:lnTo>
                  <a:pt x="193135" y="57321"/>
                </a:lnTo>
                <a:lnTo>
                  <a:pt x="206259" y="44169"/>
                </a:lnTo>
                <a:lnTo>
                  <a:pt x="201876" y="40295"/>
                </a:lnTo>
                <a:lnTo>
                  <a:pt x="200766" y="39314"/>
                </a:lnTo>
                <a:lnTo>
                  <a:pt x="194535" y="37763"/>
                </a:lnTo>
                <a:lnTo>
                  <a:pt x="188626" y="39185"/>
                </a:lnTo>
                <a:close/>
              </a:path>
              <a:path w="240664" h="262255">
                <a:moveTo>
                  <a:pt x="206259" y="44169"/>
                </a:moveTo>
                <a:lnTo>
                  <a:pt x="193135" y="57321"/>
                </a:lnTo>
                <a:lnTo>
                  <a:pt x="211496" y="59399"/>
                </a:lnTo>
                <a:lnTo>
                  <a:pt x="212179" y="53359"/>
                </a:lnTo>
                <a:lnTo>
                  <a:pt x="209874" y="47365"/>
                </a:lnTo>
                <a:lnTo>
                  <a:pt x="207617" y="45369"/>
                </a:lnTo>
                <a:lnTo>
                  <a:pt x="206259" y="44169"/>
                </a:lnTo>
                <a:close/>
              </a:path>
              <a:path w="240664" h="262255">
                <a:moveTo>
                  <a:pt x="21964" y="197330"/>
                </a:moveTo>
                <a:lnTo>
                  <a:pt x="27392" y="215157"/>
                </a:lnTo>
                <a:lnTo>
                  <a:pt x="41871" y="226884"/>
                </a:lnTo>
                <a:lnTo>
                  <a:pt x="57189" y="201807"/>
                </a:lnTo>
                <a:lnTo>
                  <a:pt x="61054" y="189688"/>
                </a:lnTo>
                <a:lnTo>
                  <a:pt x="21964" y="197330"/>
                </a:lnTo>
                <a:close/>
              </a:path>
              <a:path w="240664" h="262255">
                <a:moveTo>
                  <a:pt x="61054" y="189688"/>
                </a:moveTo>
                <a:lnTo>
                  <a:pt x="57189" y="201807"/>
                </a:lnTo>
                <a:lnTo>
                  <a:pt x="41871" y="226884"/>
                </a:lnTo>
                <a:lnTo>
                  <a:pt x="81728" y="186941"/>
                </a:lnTo>
                <a:lnTo>
                  <a:pt x="75810" y="186803"/>
                </a:lnTo>
                <a:lnTo>
                  <a:pt x="61054" y="189688"/>
                </a:lnTo>
                <a:close/>
              </a:path>
              <a:path w="240664" h="262255">
                <a:moveTo>
                  <a:pt x="27392" y="215157"/>
                </a:moveTo>
                <a:lnTo>
                  <a:pt x="32849" y="233078"/>
                </a:lnTo>
                <a:lnTo>
                  <a:pt x="40299" y="225611"/>
                </a:lnTo>
                <a:lnTo>
                  <a:pt x="27392" y="215157"/>
                </a:lnTo>
                <a:close/>
              </a:path>
              <a:path w="240664" h="262255">
                <a:moveTo>
                  <a:pt x="31092" y="6692"/>
                </a:moveTo>
                <a:lnTo>
                  <a:pt x="18392" y="20326"/>
                </a:lnTo>
                <a:lnTo>
                  <a:pt x="34545" y="11041"/>
                </a:lnTo>
                <a:lnTo>
                  <a:pt x="46089" y="33933"/>
                </a:lnTo>
                <a:lnTo>
                  <a:pt x="55989" y="59692"/>
                </a:lnTo>
                <a:lnTo>
                  <a:pt x="57554" y="65383"/>
                </a:lnTo>
                <a:lnTo>
                  <a:pt x="71596" y="70770"/>
                </a:lnTo>
                <a:lnTo>
                  <a:pt x="96524" y="77050"/>
                </a:lnTo>
                <a:lnTo>
                  <a:pt x="122068" y="80607"/>
                </a:lnTo>
                <a:lnTo>
                  <a:pt x="147793" y="81510"/>
                </a:lnTo>
                <a:lnTo>
                  <a:pt x="173087" y="79777"/>
                </a:lnTo>
                <a:lnTo>
                  <a:pt x="173326" y="79734"/>
                </a:lnTo>
                <a:lnTo>
                  <a:pt x="174470" y="55207"/>
                </a:lnTo>
                <a:lnTo>
                  <a:pt x="188982" y="40665"/>
                </a:lnTo>
                <a:lnTo>
                  <a:pt x="188626" y="39185"/>
                </a:lnTo>
                <a:lnTo>
                  <a:pt x="168460" y="42795"/>
                </a:lnTo>
                <a:lnTo>
                  <a:pt x="147185" y="44245"/>
                </a:lnTo>
                <a:lnTo>
                  <a:pt x="103605" y="40459"/>
                </a:lnTo>
                <a:lnTo>
                  <a:pt x="63243" y="27734"/>
                </a:lnTo>
                <a:lnTo>
                  <a:pt x="31602" y="7088"/>
                </a:lnTo>
                <a:lnTo>
                  <a:pt x="31092" y="6692"/>
                </a:lnTo>
                <a:close/>
              </a:path>
              <a:path w="240664" h="262255">
                <a:moveTo>
                  <a:pt x="68758" y="150435"/>
                </a:moveTo>
                <a:lnTo>
                  <a:pt x="21964" y="197330"/>
                </a:lnTo>
                <a:lnTo>
                  <a:pt x="61054" y="189688"/>
                </a:lnTo>
                <a:lnTo>
                  <a:pt x="66016" y="174129"/>
                </a:lnTo>
                <a:lnTo>
                  <a:pt x="68758" y="150435"/>
                </a:lnTo>
                <a:close/>
              </a:path>
              <a:path w="240664" h="262255">
                <a:moveTo>
                  <a:pt x="188982" y="40665"/>
                </a:moveTo>
                <a:lnTo>
                  <a:pt x="174470" y="55207"/>
                </a:lnTo>
                <a:lnTo>
                  <a:pt x="193135" y="57321"/>
                </a:lnTo>
                <a:lnTo>
                  <a:pt x="188982" y="40665"/>
                </a:lnTo>
                <a:close/>
              </a:path>
              <a:path w="240664" h="262255">
                <a:moveTo>
                  <a:pt x="2239" y="29612"/>
                </a:moveTo>
                <a:lnTo>
                  <a:pt x="20602" y="71366"/>
                </a:lnTo>
                <a:lnTo>
                  <a:pt x="31219" y="119922"/>
                </a:lnTo>
                <a:lnTo>
                  <a:pt x="32132" y="144165"/>
                </a:lnTo>
                <a:lnTo>
                  <a:pt x="29534" y="166545"/>
                </a:lnTo>
                <a:lnTo>
                  <a:pt x="23202" y="186491"/>
                </a:lnTo>
                <a:lnTo>
                  <a:pt x="12913" y="203430"/>
                </a:lnTo>
                <a:lnTo>
                  <a:pt x="27392" y="215157"/>
                </a:lnTo>
                <a:lnTo>
                  <a:pt x="21964" y="197330"/>
                </a:lnTo>
                <a:lnTo>
                  <a:pt x="68758" y="150435"/>
                </a:lnTo>
                <a:lnTo>
                  <a:pt x="69372" y="145125"/>
                </a:lnTo>
                <a:lnTo>
                  <a:pt x="68281" y="116072"/>
                </a:lnTo>
                <a:lnTo>
                  <a:pt x="63613" y="87457"/>
                </a:lnTo>
                <a:lnTo>
                  <a:pt x="57554" y="65383"/>
                </a:lnTo>
                <a:lnTo>
                  <a:pt x="47661" y="61588"/>
                </a:lnTo>
                <a:lnTo>
                  <a:pt x="25449" y="49365"/>
                </a:lnTo>
                <a:lnTo>
                  <a:pt x="5691" y="33960"/>
                </a:lnTo>
                <a:lnTo>
                  <a:pt x="18392" y="20326"/>
                </a:lnTo>
                <a:lnTo>
                  <a:pt x="2239" y="29612"/>
                </a:lnTo>
                <a:close/>
              </a:path>
              <a:path w="240664" h="262255">
                <a:moveTo>
                  <a:pt x="18392" y="20326"/>
                </a:moveTo>
                <a:lnTo>
                  <a:pt x="5691" y="33960"/>
                </a:lnTo>
                <a:lnTo>
                  <a:pt x="25449" y="49365"/>
                </a:lnTo>
                <a:lnTo>
                  <a:pt x="47661" y="61588"/>
                </a:lnTo>
                <a:lnTo>
                  <a:pt x="57554" y="65383"/>
                </a:lnTo>
                <a:lnTo>
                  <a:pt x="55989" y="59692"/>
                </a:lnTo>
                <a:lnTo>
                  <a:pt x="46089" y="33933"/>
                </a:lnTo>
                <a:lnTo>
                  <a:pt x="34545" y="11041"/>
                </a:lnTo>
                <a:lnTo>
                  <a:pt x="18392" y="20326"/>
                </a:lnTo>
                <a:close/>
              </a:path>
              <a:path w="240664" h="262255">
                <a:moveTo>
                  <a:pt x="6805" y="5733"/>
                </a:moveTo>
                <a:lnTo>
                  <a:pt x="2401" y="10759"/>
                </a:lnTo>
                <a:lnTo>
                  <a:pt x="93" y="16825"/>
                </a:lnTo>
                <a:lnTo>
                  <a:pt x="0" y="23315"/>
                </a:lnTo>
                <a:lnTo>
                  <a:pt x="2239" y="29612"/>
                </a:lnTo>
                <a:lnTo>
                  <a:pt x="18392" y="20326"/>
                </a:lnTo>
                <a:lnTo>
                  <a:pt x="31092" y="6692"/>
                </a:lnTo>
                <a:lnTo>
                  <a:pt x="24349" y="407"/>
                </a:lnTo>
                <a:lnTo>
                  <a:pt x="14024" y="0"/>
                </a:lnTo>
                <a:lnTo>
                  <a:pt x="6805" y="5733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15124" y="7358795"/>
            <a:ext cx="427355" cy="390525"/>
          </a:xfrm>
          <a:custGeom>
            <a:avLst/>
            <a:gdLst/>
            <a:ahLst/>
            <a:cxnLst/>
            <a:rect l="l" t="t" r="r" b="b"/>
            <a:pathLst>
              <a:path w="427354" h="390525">
                <a:moveTo>
                  <a:pt x="20130" y="369701"/>
                </a:moveTo>
                <a:lnTo>
                  <a:pt x="4574" y="359447"/>
                </a:lnTo>
                <a:lnTo>
                  <a:pt x="0" y="366389"/>
                </a:lnTo>
                <a:lnTo>
                  <a:pt x="577" y="375523"/>
                </a:lnTo>
                <a:lnTo>
                  <a:pt x="11401" y="388144"/>
                </a:lnTo>
                <a:lnTo>
                  <a:pt x="20339" y="390106"/>
                </a:lnTo>
                <a:lnTo>
                  <a:pt x="27895" y="386640"/>
                </a:lnTo>
                <a:lnTo>
                  <a:pt x="20130" y="369701"/>
                </a:lnTo>
                <a:close/>
              </a:path>
              <a:path w="427354" h="390525">
                <a:moveTo>
                  <a:pt x="319538" y="302632"/>
                </a:moveTo>
                <a:lnTo>
                  <a:pt x="297998" y="301030"/>
                </a:lnTo>
                <a:lnTo>
                  <a:pt x="249858" y="300934"/>
                </a:lnTo>
                <a:lnTo>
                  <a:pt x="200645" y="304246"/>
                </a:lnTo>
                <a:lnTo>
                  <a:pt x="151429" y="311011"/>
                </a:lnTo>
                <a:lnTo>
                  <a:pt x="103000" y="321312"/>
                </a:lnTo>
                <a:lnTo>
                  <a:pt x="62579" y="333348"/>
                </a:lnTo>
                <a:lnTo>
                  <a:pt x="35687" y="379955"/>
                </a:lnTo>
                <a:lnTo>
                  <a:pt x="20130" y="369701"/>
                </a:lnTo>
                <a:lnTo>
                  <a:pt x="27895" y="386640"/>
                </a:lnTo>
                <a:lnTo>
                  <a:pt x="75919" y="367936"/>
                </a:lnTo>
                <a:lnTo>
                  <a:pt x="127462" y="353779"/>
                </a:lnTo>
                <a:lnTo>
                  <a:pt x="181082" y="344112"/>
                </a:lnTo>
                <a:lnTo>
                  <a:pt x="235338" y="338880"/>
                </a:lnTo>
                <a:lnTo>
                  <a:pt x="288788" y="338027"/>
                </a:lnTo>
                <a:lnTo>
                  <a:pt x="338019" y="341365"/>
                </a:lnTo>
                <a:lnTo>
                  <a:pt x="323970" y="327340"/>
                </a:lnTo>
                <a:lnTo>
                  <a:pt x="319538" y="302632"/>
                </a:lnTo>
                <a:close/>
              </a:path>
              <a:path w="427354" h="390525">
                <a:moveTo>
                  <a:pt x="66825" y="34097"/>
                </a:moveTo>
                <a:lnTo>
                  <a:pt x="49002" y="39526"/>
                </a:lnTo>
                <a:lnTo>
                  <a:pt x="60542" y="87118"/>
                </a:lnTo>
                <a:lnTo>
                  <a:pt x="66163" y="134537"/>
                </a:lnTo>
                <a:lnTo>
                  <a:pt x="65839" y="181507"/>
                </a:lnTo>
                <a:lnTo>
                  <a:pt x="59544" y="227757"/>
                </a:lnTo>
                <a:lnTo>
                  <a:pt x="47253" y="273013"/>
                </a:lnTo>
                <a:lnTo>
                  <a:pt x="28938" y="317000"/>
                </a:lnTo>
                <a:lnTo>
                  <a:pt x="4574" y="359447"/>
                </a:lnTo>
                <a:lnTo>
                  <a:pt x="20130" y="369701"/>
                </a:lnTo>
                <a:lnTo>
                  <a:pt x="12366" y="352761"/>
                </a:lnTo>
                <a:lnTo>
                  <a:pt x="56335" y="335208"/>
                </a:lnTo>
                <a:lnTo>
                  <a:pt x="62386" y="333406"/>
                </a:lnTo>
                <a:lnTo>
                  <a:pt x="62729" y="332808"/>
                </a:lnTo>
                <a:lnTo>
                  <a:pt x="82583" y="284866"/>
                </a:lnTo>
                <a:lnTo>
                  <a:pt x="96082" y="235076"/>
                </a:lnTo>
                <a:lnTo>
                  <a:pt x="103000" y="184229"/>
                </a:lnTo>
                <a:lnTo>
                  <a:pt x="103374" y="132658"/>
                </a:lnTo>
                <a:lnTo>
                  <a:pt x="98575" y="91981"/>
                </a:lnTo>
                <a:lnTo>
                  <a:pt x="55100" y="48579"/>
                </a:lnTo>
                <a:lnTo>
                  <a:pt x="66825" y="34097"/>
                </a:lnTo>
                <a:close/>
              </a:path>
              <a:path w="427354" h="390525">
                <a:moveTo>
                  <a:pt x="62386" y="333406"/>
                </a:moveTo>
                <a:lnTo>
                  <a:pt x="56335" y="335208"/>
                </a:lnTo>
                <a:lnTo>
                  <a:pt x="12366" y="352761"/>
                </a:lnTo>
                <a:lnTo>
                  <a:pt x="20130" y="369701"/>
                </a:lnTo>
                <a:lnTo>
                  <a:pt x="35687" y="379955"/>
                </a:lnTo>
                <a:lnTo>
                  <a:pt x="62386" y="333406"/>
                </a:lnTo>
                <a:close/>
              </a:path>
              <a:path w="427354" h="390525">
                <a:moveTo>
                  <a:pt x="344180" y="304465"/>
                </a:moveTo>
                <a:lnTo>
                  <a:pt x="319538" y="302632"/>
                </a:lnTo>
                <a:lnTo>
                  <a:pt x="323970" y="327340"/>
                </a:lnTo>
                <a:lnTo>
                  <a:pt x="342084" y="322982"/>
                </a:lnTo>
                <a:lnTo>
                  <a:pt x="344180" y="304465"/>
                </a:lnTo>
                <a:close/>
              </a:path>
              <a:path w="427354" h="390525">
                <a:moveTo>
                  <a:pt x="342084" y="322982"/>
                </a:moveTo>
                <a:lnTo>
                  <a:pt x="323970" y="327340"/>
                </a:lnTo>
                <a:lnTo>
                  <a:pt x="338019" y="341365"/>
                </a:lnTo>
                <a:lnTo>
                  <a:pt x="339989" y="341499"/>
                </a:lnTo>
                <a:lnTo>
                  <a:pt x="342084" y="322982"/>
                </a:lnTo>
                <a:close/>
              </a:path>
              <a:path w="427354" h="390525">
                <a:moveTo>
                  <a:pt x="360198" y="318624"/>
                </a:moveTo>
                <a:lnTo>
                  <a:pt x="342084" y="322982"/>
                </a:lnTo>
                <a:lnTo>
                  <a:pt x="339989" y="341499"/>
                </a:lnTo>
                <a:lnTo>
                  <a:pt x="346028" y="342183"/>
                </a:lnTo>
                <a:lnTo>
                  <a:pt x="352021" y="339877"/>
                </a:lnTo>
                <a:lnTo>
                  <a:pt x="358957" y="332025"/>
                </a:lnTo>
                <a:lnTo>
                  <a:pt x="360069" y="330767"/>
                </a:lnTo>
                <a:lnTo>
                  <a:pt x="361620" y="324534"/>
                </a:lnTo>
                <a:lnTo>
                  <a:pt x="360198" y="318624"/>
                </a:lnTo>
                <a:close/>
              </a:path>
              <a:path w="427354" h="390525">
                <a:moveTo>
                  <a:pt x="84647" y="28668"/>
                </a:moveTo>
                <a:lnTo>
                  <a:pt x="66825" y="34097"/>
                </a:lnTo>
                <a:lnTo>
                  <a:pt x="55100" y="48579"/>
                </a:lnTo>
                <a:lnTo>
                  <a:pt x="95431" y="73205"/>
                </a:lnTo>
                <a:lnTo>
                  <a:pt x="84647" y="28668"/>
                </a:lnTo>
                <a:close/>
              </a:path>
              <a:path w="427354" h="390525">
                <a:moveTo>
                  <a:pt x="95431" y="73205"/>
                </a:moveTo>
                <a:lnTo>
                  <a:pt x="55100" y="48579"/>
                </a:lnTo>
                <a:lnTo>
                  <a:pt x="98575" y="91981"/>
                </a:lnTo>
                <a:lnTo>
                  <a:pt x="97247" y="80719"/>
                </a:lnTo>
                <a:lnTo>
                  <a:pt x="95431" y="73205"/>
                </a:lnTo>
                <a:close/>
              </a:path>
              <a:path w="427354" h="390525">
                <a:moveTo>
                  <a:pt x="78549" y="19615"/>
                </a:moveTo>
                <a:lnTo>
                  <a:pt x="72186" y="14461"/>
                </a:lnTo>
                <a:lnTo>
                  <a:pt x="63205" y="14066"/>
                </a:lnTo>
                <a:lnTo>
                  <a:pt x="49624" y="23218"/>
                </a:lnTo>
                <a:lnTo>
                  <a:pt x="46617" y="31692"/>
                </a:lnTo>
                <a:lnTo>
                  <a:pt x="49002" y="39526"/>
                </a:lnTo>
                <a:lnTo>
                  <a:pt x="66825" y="34097"/>
                </a:lnTo>
                <a:lnTo>
                  <a:pt x="78013" y="20278"/>
                </a:lnTo>
                <a:lnTo>
                  <a:pt x="78549" y="19615"/>
                </a:lnTo>
                <a:close/>
              </a:path>
              <a:path w="427354" h="390525">
                <a:moveTo>
                  <a:pt x="420194" y="31100"/>
                </a:moveTo>
                <a:lnTo>
                  <a:pt x="406563" y="18396"/>
                </a:lnTo>
                <a:lnTo>
                  <a:pt x="415847" y="34553"/>
                </a:lnTo>
                <a:lnTo>
                  <a:pt x="377164" y="54062"/>
                </a:lnTo>
                <a:lnTo>
                  <a:pt x="331844" y="115319"/>
                </a:lnTo>
                <a:lnTo>
                  <a:pt x="321263" y="157338"/>
                </a:lnTo>
                <a:lnTo>
                  <a:pt x="315258" y="200497"/>
                </a:lnTo>
                <a:lnTo>
                  <a:pt x="313735" y="243918"/>
                </a:lnTo>
                <a:lnTo>
                  <a:pt x="316653" y="286550"/>
                </a:lnTo>
                <a:lnTo>
                  <a:pt x="319538" y="302632"/>
                </a:lnTo>
                <a:lnTo>
                  <a:pt x="344180" y="304465"/>
                </a:lnTo>
                <a:lnTo>
                  <a:pt x="358719" y="318980"/>
                </a:lnTo>
                <a:lnTo>
                  <a:pt x="360198" y="318624"/>
                </a:lnTo>
                <a:lnTo>
                  <a:pt x="353627" y="281922"/>
                </a:lnTo>
                <a:lnTo>
                  <a:pt x="350992" y="243311"/>
                </a:lnTo>
                <a:lnTo>
                  <a:pt x="352373" y="203805"/>
                </a:lnTo>
                <a:lnTo>
                  <a:pt x="357846" y="164421"/>
                </a:lnTo>
                <a:lnTo>
                  <a:pt x="367434" y="126351"/>
                </a:lnTo>
                <a:lnTo>
                  <a:pt x="398655" y="58794"/>
                </a:lnTo>
                <a:lnTo>
                  <a:pt x="419403" y="32118"/>
                </a:lnTo>
                <a:lnTo>
                  <a:pt x="419799" y="31609"/>
                </a:lnTo>
                <a:lnTo>
                  <a:pt x="420194" y="31100"/>
                </a:lnTo>
                <a:close/>
              </a:path>
              <a:path w="427354" h="390525">
                <a:moveTo>
                  <a:pt x="358719" y="318980"/>
                </a:moveTo>
                <a:lnTo>
                  <a:pt x="344180" y="304465"/>
                </a:lnTo>
                <a:lnTo>
                  <a:pt x="342084" y="322982"/>
                </a:lnTo>
                <a:lnTo>
                  <a:pt x="358719" y="318980"/>
                </a:lnTo>
                <a:close/>
              </a:path>
              <a:path w="427354" h="390525">
                <a:moveTo>
                  <a:pt x="144348" y="88267"/>
                </a:moveTo>
                <a:lnTo>
                  <a:pt x="84647" y="28668"/>
                </a:lnTo>
                <a:lnTo>
                  <a:pt x="95431" y="73205"/>
                </a:lnTo>
                <a:lnTo>
                  <a:pt x="95590" y="73364"/>
                </a:lnTo>
                <a:lnTo>
                  <a:pt x="141189" y="87902"/>
                </a:lnTo>
                <a:lnTo>
                  <a:pt x="144348" y="88267"/>
                </a:lnTo>
                <a:close/>
              </a:path>
              <a:path w="427354" h="390525">
                <a:moveTo>
                  <a:pt x="397280" y="2239"/>
                </a:moveTo>
                <a:lnTo>
                  <a:pt x="361919" y="20054"/>
                </a:lnTo>
                <a:lnTo>
                  <a:pt x="321905" y="35422"/>
                </a:lnTo>
                <a:lnTo>
                  <a:pt x="278840" y="47281"/>
                </a:lnTo>
                <a:lnTo>
                  <a:pt x="234324" y="54566"/>
                </a:lnTo>
                <a:lnTo>
                  <a:pt x="190261" y="56226"/>
                </a:lnTo>
                <a:lnTo>
                  <a:pt x="148771" y="51411"/>
                </a:lnTo>
                <a:lnTo>
                  <a:pt x="111114" y="39436"/>
                </a:lnTo>
                <a:lnTo>
                  <a:pt x="78549" y="19615"/>
                </a:lnTo>
                <a:lnTo>
                  <a:pt x="66825" y="34097"/>
                </a:lnTo>
                <a:lnTo>
                  <a:pt x="84647" y="28668"/>
                </a:lnTo>
                <a:lnTo>
                  <a:pt x="144348" y="88267"/>
                </a:lnTo>
                <a:lnTo>
                  <a:pt x="189301" y="93475"/>
                </a:lnTo>
                <a:lnTo>
                  <a:pt x="238174" y="91637"/>
                </a:lnTo>
                <a:lnTo>
                  <a:pt x="286705" y="83712"/>
                </a:lnTo>
                <a:lnTo>
                  <a:pt x="333576" y="70817"/>
                </a:lnTo>
                <a:lnTo>
                  <a:pt x="367514" y="38324"/>
                </a:lnTo>
                <a:lnTo>
                  <a:pt x="392932" y="5693"/>
                </a:lnTo>
                <a:lnTo>
                  <a:pt x="406563" y="18396"/>
                </a:lnTo>
                <a:lnTo>
                  <a:pt x="397280" y="2239"/>
                </a:lnTo>
                <a:close/>
              </a:path>
              <a:path w="427354" h="390525">
                <a:moveTo>
                  <a:pt x="406563" y="18396"/>
                </a:moveTo>
                <a:lnTo>
                  <a:pt x="392932" y="5693"/>
                </a:lnTo>
                <a:lnTo>
                  <a:pt x="367514" y="38324"/>
                </a:lnTo>
                <a:lnTo>
                  <a:pt x="353955" y="62983"/>
                </a:lnTo>
                <a:lnTo>
                  <a:pt x="377164" y="54062"/>
                </a:lnTo>
                <a:lnTo>
                  <a:pt x="415847" y="34553"/>
                </a:lnTo>
                <a:lnTo>
                  <a:pt x="406563" y="18396"/>
                </a:lnTo>
                <a:close/>
              </a:path>
              <a:path w="427354" h="390525">
                <a:moveTo>
                  <a:pt x="421153" y="6807"/>
                </a:moveTo>
                <a:lnTo>
                  <a:pt x="416129" y="2401"/>
                </a:lnTo>
                <a:lnTo>
                  <a:pt x="410064" y="93"/>
                </a:lnTo>
                <a:lnTo>
                  <a:pt x="403576" y="0"/>
                </a:lnTo>
                <a:lnTo>
                  <a:pt x="397280" y="2239"/>
                </a:lnTo>
                <a:lnTo>
                  <a:pt x="406563" y="18396"/>
                </a:lnTo>
                <a:lnTo>
                  <a:pt x="420194" y="31100"/>
                </a:lnTo>
                <a:lnTo>
                  <a:pt x="426478" y="24354"/>
                </a:lnTo>
                <a:lnTo>
                  <a:pt x="426886" y="14027"/>
                </a:lnTo>
                <a:lnTo>
                  <a:pt x="421153" y="6807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11534" y="6790862"/>
            <a:ext cx="261620" cy="332740"/>
          </a:xfrm>
          <a:custGeom>
            <a:avLst/>
            <a:gdLst/>
            <a:ahLst/>
            <a:cxnLst/>
            <a:rect l="l" t="t" r="r" b="b"/>
            <a:pathLst>
              <a:path w="261620" h="332740">
                <a:moveTo>
                  <a:pt x="172366" y="312414"/>
                </a:moveTo>
                <a:lnTo>
                  <a:pt x="155707" y="320761"/>
                </a:lnTo>
                <a:lnTo>
                  <a:pt x="159431" y="328195"/>
                </a:lnTo>
                <a:lnTo>
                  <a:pt x="167629" y="332261"/>
                </a:lnTo>
                <a:lnTo>
                  <a:pt x="183971" y="329194"/>
                </a:lnTo>
                <a:lnTo>
                  <a:pt x="190139" y="322433"/>
                </a:lnTo>
                <a:lnTo>
                  <a:pt x="190916" y="314155"/>
                </a:lnTo>
                <a:lnTo>
                  <a:pt x="172366" y="312414"/>
                </a:lnTo>
                <a:close/>
              </a:path>
              <a:path w="261620" h="332740">
                <a:moveTo>
                  <a:pt x="213233" y="148719"/>
                </a:moveTo>
                <a:lnTo>
                  <a:pt x="200518" y="168551"/>
                </a:lnTo>
                <a:lnTo>
                  <a:pt x="178658" y="214076"/>
                </a:lnTo>
                <a:lnTo>
                  <a:pt x="162544" y="262244"/>
                </a:lnTo>
                <a:lnTo>
                  <a:pt x="162430" y="262871"/>
                </a:lnTo>
                <a:lnTo>
                  <a:pt x="189025" y="304066"/>
                </a:lnTo>
                <a:lnTo>
                  <a:pt x="172366" y="312414"/>
                </a:lnTo>
                <a:lnTo>
                  <a:pt x="190916" y="314155"/>
                </a:lnTo>
                <a:lnTo>
                  <a:pt x="198688" y="271318"/>
                </a:lnTo>
                <a:lnTo>
                  <a:pt x="213166" y="228141"/>
                </a:lnTo>
                <a:lnTo>
                  <a:pt x="232904" y="186981"/>
                </a:lnTo>
                <a:lnTo>
                  <a:pt x="255416" y="151818"/>
                </a:lnTo>
                <a:lnTo>
                  <a:pt x="236182" y="156993"/>
                </a:lnTo>
                <a:lnTo>
                  <a:pt x="213233" y="148719"/>
                </a:lnTo>
                <a:close/>
              </a:path>
              <a:path w="261620" h="332740">
                <a:moveTo>
                  <a:pt x="12477" y="175620"/>
                </a:moveTo>
                <a:lnTo>
                  <a:pt x="4832" y="178555"/>
                </a:lnTo>
                <a:lnTo>
                  <a:pt x="0" y="186137"/>
                </a:lnTo>
                <a:lnTo>
                  <a:pt x="1132" y="202475"/>
                </a:lnTo>
                <a:lnTo>
                  <a:pt x="6964" y="209316"/>
                </a:lnTo>
                <a:lnTo>
                  <a:pt x="15087" y="211217"/>
                </a:lnTo>
                <a:lnTo>
                  <a:pt x="59305" y="226353"/>
                </a:lnTo>
                <a:lnTo>
                  <a:pt x="98023" y="249900"/>
                </a:lnTo>
                <a:lnTo>
                  <a:pt x="130392" y="281479"/>
                </a:lnTo>
                <a:lnTo>
                  <a:pt x="155707" y="320761"/>
                </a:lnTo>
                <a:lnTo>
                  <a:pt x="172366" y="312414"/>
                </a:lnTo>
                <a:lnTo>
                  <a:pt x="153815" y="310672"/>
                </a:lnTo>
                <a:lnTo>
                  <a:pt x="162430" y="262871"/>
                </a:lnTo>
                <a:lnTo>
                  <a:pt x="159096" y="257706"/>
                </a:lnTo>
                <a:lnTo>
                  <a:pt x="120840" y="220433"/>
                </a:lnTo>
                <a:lnTo>
                  <a:pt x="80313" y="195753"/>
                </a:lnTo>
                <a:lnTo>
                  <a:pt x="25830" y="210411"/>
                </a:lnTo>
                <a:lnTo>
                  <a:pt x="25105" y="208522"/>
                </a:lnTo>
                <a:lnTo>
                  <a:pt x="14918" y="211263"/>
                </a:lnTo>
                <a:lnTo>
                  <a:pt x="19154" y="193016"/>
                </a:lnTo>
                <a:lnTo>
                  <a:pt x="12782" y="176417"/>
                </a:lnTo>
                <a:lnTo>
                  <a:pt x="12477" y="175620"/>
                </a:lnTo>
                <a:close/>
              </a:path>
              <a:path w="261620" h="332740">
                <a:moveTo>
                  <a:pt x="162430" y="262871"/>
                </a:moveTo>
                <a:lnTo>
                  <a:pt x="153815" y="310672"/>
                </a:lnTo>
                <a:lnTo>
                  <a:pt x="172366" y="312414"/>
                </a:lnTo>
                <a:lnTo>
                  <a:pt x="189025" y="304066"/>
                </a:lnTo>
                <a:lnTo>
                  <a:pt x="162430" y="262871"/>
                </a:lnTo>
                <a:close/>
              </a:path>
              <a:path w="261620" h="332740">
                <a:moveTo>
                  <a:pt x="226482" y="128055"/>
                </a:moveTo>
                <a:lnTo>
                  <a:pt x="213233" y="148719"/>
                </a:lnTo>
                <a:lnTo>
                  <a:pt x="236182" y="156993"/>
                </a:lnTo>
                <a:lnTo>
                  <a:pt x="241429" y="139260"/>
                </a:lnTo>
                <a:lnTo>
                  <a:pt x="241591" y="139216"/>
                </a:lnTo>
                <a:lnTo>
                  <a:pt x="226482" y="128055"/>
                </a:lnTo>
                <a:close/>
              </a:path>
              <a:path w="261620" h="332740">
                <a:moveTo>
                  <a:pt x="246755" y="121257"/>
                </a:moveTo>
                <a:lnTo>
                  <a:pt x="236182" y="156993"/>
                </a:lnTo>
                <a:lnTo>
                  <a:pt x="255416" y="151818"/>
                </a:lnTo>
                <a:lnTo>
                  <a:pt x="256455" y="150196"/>
                </a:lnTo>
                <a:lnTo>
                  <a:pt x="241591" y="139216"/>
                </a:lnTo>
                <a:lnTo>
                  <a:pt x="259533" y="134389"/>
                </a:lnTo>
                <a:lnTo>
                  <a:pt x="257674" y="128843"/>
                </a:lnTo>
                <a:lnTo>
                  <a:pt x="257203" y="127439"/>
                </a:lnTo>
                <a:lnTo>
                  <a:pt x="252583" y="122981"/>
                </a:lnTo>
                <a:lnTo>
                  <a:pt x="246755" y="121257"/>
                </a:lnTo>
                <a:close/>
              </a:path>
              <a:path w="261620" h="332740">
                <a:moveTo>
                  <a:pt x="259533" y="134389"/>
                </a:moveTo>
                <a:lnTo>
                  <a:pt x="241591" y="139216"/>
                </a:lnTo>
                <a:lnTo>
                  <a:pt x="256455" y="150196"/>
                </a:lnTo>
                <a:lnTo>
                  <a:pt x="260066" y="145307"/>
                </a:lnTo>
                <a:lnTo>
                  <a:pt x="261066" y="138964"/>
                </a:lnTo>
                <a:lnTo>
                  <a:pt x="260109" y="136108"/>
                </a:lnTo>
                <a:lnTo>
                  <a:pt x="259533" y="134389"/>
                </a:lnTo>
                <a:close/>
              </a:path>
              <a:path w="261620" h="332740">
                <a:moveTo>
                  <a:pt x="23367" y="174864"/>
                </a:moveTo>
                <a:lnTo>
                  <a:pt x="19154" y="193016"/>
                </a:lnTo>
                <a:lnTo>
                  <a:pt x="25830" y="210411"/>
                </a:lnTo>
                <a:lnTo>
                  <a:pt x="51633" y="196354"/>
                </a:lnTo>
                <a:lnTo>
                  <a:pt x="61036" y="187794"/>
                </a:lnTo>
                <a:lnTo>
                  <a:pt x="23367" y="174864"/>
                </a:lnTo>
                <a:close/>
              </a:path>
              <a:path w="261620" h="332740">
                <a:moveTo>
                  <a:pt x="61036" y="187794"/>
                </a:moveTo>
                <a:lnTo>
                  <a:pt x="51633" y="196354"/>
                </a:lnTo>
                <a:lnTo>
                  <a:pt x="25830" y="210411"/>
                </a:lnTo>
                <a:lnTo>
                  <a:pt x="80313" y="195753"/>
                </a:lnTo>
                <a:lnTo>
                  <a:pt x="75262" y="192677"/>
                </a:lnTo>
                <a:lnTo>
                  <a:pt x="61036" y="187794"/>
                </a:lnTo>
                <a:close/>
              </a:path>
              <a:path w="261620" h="332740">
                <a:moveTo>
                  <a:pt x="19154" y="193016"/>
                </a:moveTo>
                <a:lnTo>
                  <a:pt x="14918" y="211263"/>
                </a:lnTo>
                <a:lnTo>
                  <a:pt x="25105" y="208522"/>
                </a:lnTo>
                <a:lnTo>
                  <a:pt x="19154" y="193016"/>
                </a:lnTo>
                <a:close/>
              </a:path>
              <a:path w="261620" h="332740">
                <a:moveTo>
                  <a:pt x="126569" y="14330"/>
                </a:moveTo>
                <a:lnTo>
                  <a:pt x="108752" y="19786"/>
                </a:lnTo>
                <a:lnTo>
                  <a:pt x="127385" y="19822"/>
                </a:lnTo>
                <a:lnTo>
                  <a:pt x="125938" y="45420"/>
                </a:lnTo>
                <a:lnTo>
                  <a:pt x="121636" y="72679"/>
                </a:lnTo>
                <a:lnTo>
                  <a:pt x="120144" y="78395"/>
                </a:lnTo>
                <a:lnTo>
                  <a:pt x="129610" y="90079"/>
                </a:lnTo>
                <a:lnTo>
                  <a:pt x="168402" y="123839"/>
                </a:lnTo>
                <a:lnTo>
                  <a:pt x="213001" y="148636"/>
                </a:lnTo>
                <a:lnTo>
                  <a:pt x="213233" y="148719"/>
                </a:lnTo>
                <a:lnTo>
                  <a:pt x="226482" y="128055"/>
                </a:lnTo>
                <a:lnTo>
                  <a:pt x="246323" y="122716"/>
                </a:lnTo>
                <a:lnTo>
                  <a:pt x="246755" y="121257"/>
                </a:lnTo>
                <a:lnTo>
                  <a:pt x="227487" y="114298"/>
                </a:lnTo>
                <a:lnTo>
                  <a:pt x="208337" y="104914"/>
                </a:lnTo>
                <a:lnTo>
                  <a:pt x="172489" y="79840"/>
                </a:lnTo>
                <a:lnTo>
                  <a:pt x="143894" y="48633"/>
                </a:lnTo>
                <a:lnTo>
                  <a:pt x="127055" y="15525"/>
                </a:lnTo>
                <a:lnTo>
                  <a:pt x="126812" y="14928"/>
                </a:lnTo>
                <a:lnTo>
                  <a:pt x="126569" y="14330"/>
                </a:lnTo>
                <a:close/>
              </a:path>
              <a:path w="261620" h="332740">
                <a:moveTo>
                  <a:pt x="87328" y="157656"/>
                </a:moveTo>
                <a:lnTo>
                  <a:pt x="23367" y="174864"/>
                </a:lnTo>
                <a:lnTo>
                  <a:pt x="61036" y="187794"/>
                </a:lnTo>
                <a:lnTo>
                  <a:pt x="73114" y="176797"/>
                </a:lnTo>
                <a:lnTo>
                  <a:pt x="87328" y="157656"/>
                </a:lnTo>
                <a:close/>
              </a:path>
              <a:path w="261620" h="332740">
                <a:moveTo>
                  <a:pt x="246323" y="122716"/>
                </a:moveTo>
                <a:lnTo>
                  <a:pt x="226482" y="128055"/>
                </a:lnTo>
                <a:lnTo>
                  <a:pt x="241591" y="139216"/>
                </a:lnTo>
                <a:lnTo>
                  <a:pt x="241429" y="139260"/>
                </a:lnTo>
                <a:lnTo>
                  <a:pt x="246323" y="122716"/>
                </a:lnTo>
                <a:close/>
              </a:path>
              <a:path w="261620" h="332740">
                <a:moveTo>
                  <a:pt x="90120" y="19751"/>
                </a:moveTo>
                <a:lnTo>
                  <a:pt x="85151" y="65096"/>
                </a:lnTo>
                <a:lnTo>
                  <a:pt x="70072" y="112457"/>
                </a:lnTo>
                <a:lnTo>
                  <a:pt x="45307" y="151991"/>
                </a:lnTo>
                <a:lnTo>
                  <a:pt x="12477" y="175620"/>
                </a:lnTo>
                <a:lnTo>
                  <a:pt x="19154" y="193016"/>
                </a:lnTo>
                <a:lnTo>
                  <a:pt x="23367" y="174864"/>
                </a:lnTo>
                <a:lnTo>
                  <a:pt x="87328" y="157656"/>
                </a:lnTo>
                <a:lnTo>
                  <a:pt x="90520" y="153358"/>
                </a:lnTo>
                <a:lnTo>
                  <a:pt x="104097" y="127651"/>
                </a:lnTo>
                <a:lnTo>
                  <a:pt x="114357" y="100542"/>
                </a:lnTo>
                <a:lnTo>
                  <a:pt x="120144" y="78395"/>
                </a:lnTo>
                <a:lnTo>
                  <a:pt x="113471" y="70157"/>
                </a:lnTo>
                <a:lnTo>
                  <a:pt x="100345" y="48463"/>
                </a:lnTo>
                <a:lnTo>
                  <a:pt x="90936" y="25242"/>
                </a:lnTo>
                <a:lnTo>
                  <a:pt x="108752" y="19786"/>
                </a:lnTo>
                <a:lnTo>
                  <a:pt x="90120" y="19751"/>
                </a:lnTo>
                <a:close/>
              </a:path>
              <a:path w="261620" h="332740">
                <a:moveTo>
                  <a:pt x="108752" y="19786"/>
                </a:moveTo>
                <a:lnTo>
                  <a:pt x="90936" y="25242"/>
                </a:lnTo>
                <a:lnTo>
                  <a:pt x="100345" y="48463"/>
                </a:lnTo>
                <a:lnTo>
                  <a:pt x="113471" y="70157"/>
                </a:lnTo>
                <a:lnTo>
                  <a:pt x="120144" y="78395"/>
                </a:lnTo>
                <a:lnTo>
                  <a:pt x="121636" y="72679"/>
                </a:lnTo>
                <a:lnTo>
                  <a:pt x="125938" y="45420"/>
                </a:lnTo>
                <a:lnTo>
                  <a:pt x="127385" y="19822"/>
                </a:lnTo>
                <a:lnTo>
                  <a:pt x="108752" y="19786"/>
                </a:lnTo>
                <a:close/>
              </a:path>
              <a:path w="261620" h="332740">
                <a:moveTo>
                  <a:pt x="106013" y="1356"/>
                </a:moveTo>
                <a:lnTo>
                  <a:pt x="99686" y="3506"/>
                </a:lnTo>
                <a:lnTo>
                  <a:pt x="94654" y="7605"/>
                </a:lnTo>
                <a:lnTo>
                  <a:pt x="91329" y="13178"/>
                </a:lnTo>
                <a:lnTo>
                  <a:pt x="90120" y="19751"/>
                </a:lnTo>
                <a:lnTo>
                  <a:pt x="108752" y="19786"/>
                </a:lnTo>
                <a:lnTo>
                  <a:pt x="126569" y="14330"/>
                </a:lnTo>
                <a:lnTo>
                  <a:pt x="123870" y="5515"/>
                </a:lnTo>
                <a:lnTo>
                  <a:pt x="115132" y="0"/>
                </a:lnTo>
                <a:lnTo>
                  <a:pt x="106013" y="1356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05882" y="1815246"/>
            <a:ext cx="267970" cy="337185"/>
          </a:xfrm>
          <a:custGeom>
            <a:avLst/>
            <a:gdLst/>
            <a:ahLst/>
            <a:cxnLst/>
            <a:rect l="l" t="t" r="r" b="b"/>
            <a:pathLst>
              <a:path w="267970" h="337185">
                <a:moveTo>
                  <a:pt x="136951" y="317636"/>
                </a:moveTo>
                <a:lnTo>
                  <a:pt x="118700" y="321386"/>
                </a:lnTo>
                <a:lnTo>
                  <a:pt x="120373" y="329530"/>
                </a:lnTo>
                <a:lnTo>
                  <a:pt x="127240" y="335580"/>
                </a:lnTo>
                <a:lnTo>
                  <a:pt x="143819" y="336849"/>
                </a:lnTo>
                <a:lnTo>
                  <a:pt x="151526" y="331914"/>
                </a:lnTo>
                <a:lnTo>
                  <a:pt x="154420" y="324120"/>
                </a:lnTo>
                <a:lnTo>
                  <a:pt x="136951" y="317636"/>
                </a:lnTo>
                <a:close/>
              </a:path>
              <a:path w="267970" h="337185">
                <a:moveTo>
                  <a:pt x="218784" y="170099"/>
                </a:moveTo>
                <a:lnTo>
                  <a:pt x="201370" y="185964"/>
                </a:lnTo>
                <a:lnTo>
                  <a:pt x="168475" y="224278"/>
                </a:lnTo>
                <a:lnTo>
                  <a:pt x="140445" y="266633"/>
                </a:lnTo>
                <a:lnTo>
                  <a:pt x="140174" y="267209"/>
                </a:lnTo>
                <a:lnTo>
                  <a:pt x="155203" y="313885"/>
                </a:lnTo>
                <a:lnTo>
                  <a:pt x="136951" y="317636"/>
                </a:lnTo>
                <a:lnTo>
                  <a:pt x="154420" y="324120"/>
                </a:lnTo>
                <a:lnTo>
                  <a:pt x="173010" y="284755"/>
                </a:lnTo>
                <a:lnTo>
                  <a:pt x="198168" y="246797"/>
                </a:lnTo>
                <a:lnTo>
                  <a:pt x="227884" y="212149"/>
                </a:lnTo>
                <a:lnTo>
                  <a:pt x="258728" y="184012"/>
                </a:lnTo>
                <a:lnTo>
                  <a:pt x="238809" y="184031"/>
                </a:lnTo>
                <a:lnTo>
                  <a:pt x="218784" y="170099"/>
                </a:lnTo>
                <a:close/>
              </a:path>
              <a:path w="267970" h="337185">
                <a:moveTo>
                  <a:pt x="17907" y="144112"/>
                </a:moveTo>
                <a:lnTo>
                  <a:pt x="9763" y="144968"/>
                </a:lnTo>
                <a:lnTo>
                  <a:pt x="3133" y="151040"/>
                </a:lnTo>
                <a:lnTo>
                  <a:pt x="0" y="167114"/>
                </a:lnTo>
                <a:lnTo>
                  <a:pt x="3863" y="175232"/>
                </a:lnTo>
                <a:lnTo>
                  <a:pt x="11217" y="179171"/>
                </a:lnTo>
                <a:lnTo>
                  <a:pt x="50011" y="205238"/>
                </a:lnTo>
                <a:lnTo>
                  <a:pt x="81317" y="238006"/>
                </a:lnTo>
                <a:lnTo>
                  <a:pt x="104412" y="276889"/>
                </a:lnTo>
                <a:lnTo>
                  <a:pt x="118700" y="321386"/>
                </a:lnTo>
                <a:lnTo>
                  <a:pt x="136951" y="317636"/>
                </a:lnTo>
                <a:lnTo>
                  <a:pt x="119483" y="311151"/>
                </a:lnTo>
                <a:lnTo>
                  <a:pt x="140174" y="267209"/>
                </a:lnTo>
                <a:lnTo>
                  <a:pt x="138290" y="261357"/>
                </a:lnTo>
                <a:lnTo>
                  <a:pt x="110982" y="215451"/>
                </a:lnTo>
                <a:lnTo>
                  <a:pt x="78222" y="181119"/>
                </a:lnTo>
                <a:lnTo>
                  <a:pt x="21803" y="181174"/>
                </a:lnTo>
                <a:lnTo>
                  <a:pt x="21592" y="179161"/>
                </a:lnTo>
                <a:lnTo>
                  <a:pt x="11042" y="179171"/>
                </a:lnTo>
                <a:lnTo>
                  <a:pt x="19855" y="162643"/>
                </a:lnTo>
                <a:lnTo>
                  <a:pt x="17996" y="144960"/>
                </a:lnTo>
                <a:lnTo>
                  <a:pt x="17907" y="144112"/>
                </a:lnTo>
                <a:close/>
              </a:path>
              <a:path w="267970" h="337185">
                <a:moveTo>
                  <a:pt x="140174" y="267209"/>
                </a:moveTo>
                <a:lnTo>
                  <a:pt x="119483" y="311151"/>
                </a:lnTo>
                <a:lnTo>
                  <a:pt x="136951" y="317636"/>
                </a:lnTo>
                <a:lnTo>
                  <a:pt x="155203" y="313885"/>
                </a:lnTo>
                <a:lnTo>
                  <a:pt x="140174" y="267209"/>
                </a:lnTo>
                <a:close/>
              </a:path>
              <a:path w="267970" h="337185">
                <a:moveTo>
                  <a:pt x="236928" y="153568"/>
                </a:moveTo>
                <a:lnTo>
                  <a:pt x="218784" y="170099"/>
                </a:lnTo>
                <a:lnTo>
                  <a:pt x="238809" y="184031"/>
                </a:lnTo>
                <a:lnTo>
                  <a:pt x="248466" y="168261"/>
                </a:lnTo>
                <a:lnTo>
                  <a:pt x="248635" y="168260"/>
                </a:lnTo>
                <a:lnTo>
                  <a:pt x="236928" y="153568"/>
                </a:lnTo>
                <a:close/>
              </a:path>
              <a:path w="267970" h="337185">
                <a:moveTo>
                  <a:pt x="258270" y="152251"/>
                </a:moveTo>
                <a:lnTo>
                  <a:pt x="238809" y="184031"/>
                </a:lnTo>
                <a:lnTo>
                  <a:pt x="258728" y="184012"/>
                </a:lnTo>
                <a:lnTo>
                  <a:pt x="260151" y="182713"/>
                </a:lnTo>
                <a:lnTo>
                  <a:pt x="248635" y="168260"/>
                </a:lnTo>
                <a:lnTo>
                  <a:pt x="267214" y="168242"/>
                </a:lnTo>
                <a:lnTo>
                  <a:pt x="266854" y="162404"/>
                </a:lnTo>
                <a:lnTo>
                  <a:pt x="266763" y="160927"/>
                </a:lnTo>
                <a:lnTo>
                  <a:pt x="263453" y="155424"/>
                </a:lnTo>
                <a:lnTo>
                  <a:pt x="258270" y="152251"/>
                </a:lnTo>
                <a:close/>
              </a:path>
              <a:path w="267970" h="337185">
                <a:moveTo>
                  <a:pt x="267214" y="168242"/>
                </a:moveTo>
                <a:lnTo>
                  <a:pt x="248635" y="168260"/>
                </a:lnTo>
                <a:lnTo>
                  <a:pt x="260151" y="182713"/>
                </a:lnTo>
                <a:lnTo>
                  <a:pt x="264904" y="178926"/>
                </a:lnTo>
                <a:lnTo>
                  <a:pt x="267512" y="173059"/>
                </a:lnTo>
                <a:lnTo>
                  <a:pt x="267326" y="170052"/>
                </a:lnTo>
                <a:lnTo>
                  <a:pt x="267214" y="168242"/>
                </a:lnTo>
                <a:close/>
              </a:path>
              <a:path w="267970" h="337185">
                <a:moveTo>
                  <a:pt x="28622" y="146201"/>
                </a:moveTo>
                <a:lnTo>
                  <a:pt x="19855" y="162643"/>
                </a:lnTo>
                <a:lnTo>
                  <a:pt x="21803" y="181174"/>
                </a:lnTo>
                <a:lnTo>
                  <a:pt x="50365" y="174275"/>
                </a:lnTo>
                <a:lnTo>
                  <a:pt x="61661" y="168441"/>
                </a:lnTo>
                <a:lnTo>
                  <a:pt x="28622" y="146201"/>
                </a:lnTo>
                <a:close/>
              </a:path>
              <a:path w="267970" h="337185">
                <a:moveTo>
                  <a:pt x="61661" y="168441"/>
                </a:moveTo>
                <a:lnTo>
                  <a:pt x="50365" y="174275"/>
                </a:lnTo>
                <a:lnTo>
                  <a:pt x="21803" y="181174"/>
                </a:lnTo>
                <a:lnTo>
                  <a:pt x="78222" y="181119"/>
                </a:lnTo>
                <a:lnTo>
                  <a:pt x="74140" y="176841"/>
                </a:lnTo>
                <a:lnTo>
                  <a:pt x="61661" y="168441"/>
                </a:lnTo>
                <a:close/>
              </a:path>
              <a:path w="267970" h="337185">
                <a:moveTo>
                  <a:pt x="19855" y="162643"/>
                </a:moveTo>
                <a:lnTo>
                  <a:pt x="11042" y="179171"/>
                </a:lnTo>
                <a:lnTo>
                  <a:pt x="21592" y="179161"/>
                </a:lnTo>
                <a:lnTo>
                  <a:pt x="19855" y="162643"/>
                </a:lnTo>
                <a:close/>
              </a:path>
              <a:path w="267970" h="337185">
                <a:moveTo>
                  <a:pt x="169847" y="17853"/>
                </a:moveTo>
                <a:lnTo>
                  <a:pt x="151226" y="18511"/>
                </a:lnTo>
                <a:lnTo>
                  <a:pt x="169214" y="23368"/>
                </a:lnTo>
                <a:lnTo>
                  <a:pt x="161194" y="47720"/>
                </a:lnTo>
                <a:lnTo>
                  <a:pt x="149984" y="72936"/>
                </a:lnTo>
                <a:lnTo>
                  <a:pt x="147064" y="78072"/>
                </a:lnTo>
                <a:lnTo>
                  <a:pt x="153183" y="91807"/>
                </a:lnTo>
                <a:lnTo>
                  <a:pt x="181918" y="134460"/>
                </a:lnTo>
                <a:lnTo>
                  <a:pt x="218581" y="169957"/>
                </a:lnTo>
                <a:lnTo>
                  <a:pt x="218784" y="170099"/>
                </a:lnTo>
                <a:lnTo>
                  <a:pt x="236928" y="153568"/>
                </a:lnTo>
                <a:lnTo>
                  <a:pt x="257475" y="153549"/>
                </a:lnTo>
                <a:lnTo>
                  <a:pt x="258270" y="152251"/>
                </a:lnTo>
                <a:lnTo>
                  <a:pt x="241459" y="140540"/>
                </a:lnTo>
                <a:lnTo>
                  <a:pt x="225390" y="126519"/>
                </a:lnTo>
                <a:lnTo>
                  <a:pt x="197251" y="93019"/>
                </a:lnTo>
                <a:lnTo>
                  <a:pt x="177706" y="55473"/>
                </a:lnTo>
                <a:lnTo>
                  <a:pt x="170007" y="19133"/>
                </a:lnTo>
                <a:lnTo>
                  <a:pt x="169927" y="18493"/>
                </a:lnTo>
                <a:lnTo>
                  <a:pt x="169847" y="17853"/>
                </a:lnTo>
                <a:close/>
              </a:path>
              <a:path w="267970" h="337185">
                <a:moveTo>
                  <a:pt x="94856" y="146137"/>
                </a:moveTo>
                <a:lnTo>
                  <a:pt x="28622" y="146201"/>
                </a:lnTo>
                <a:lnTo>
                  <a:pt x="61661" y="168441"/>
                </a:lnTo>
                <a:lnTo>
                  <a:pt x="76174" y="160946"/>
                </a:lnTo>
                <a:lnTo>
                  <a:pt x="94856" y="146137"/>
                </a:lnTo>
                <a:close/>
              </a:path>
              <a:path w="267970" h="337185">
                <a:moveTo>
                  <a:pt x="257475" y="153549"/>
                </a:moveTo>
                <a:lnTo>
                  <a:pt x="236928" y="153568"/>
                </a:lnTo>
                <a:lnTo>
                  <a:pt x="248635" y="168260"/>
                </a:lnTo>
                <a:lnTo>
                  <a:pt x="248466" y="168261"/>
                </a:lnTo>
                <a:lnTo>
                  <a:pt x="257475" y="153549"/>
                </a:lnTo>
                <a:close/>
              </a:path>
              <a:path w="267970" h="337185">
                <a:moveTo>
                  <a:pt x="133237" y="13654"/>
                </a:moveTo>
                <a:lnTo>
                  <a:pt x="116704" y="56167"/>
                </a:lnTo>
                <a:lnTo>
                  <a:pt x="89884" y="98011"/>
                </a:lnTo>
                <a:lnTo>
                  <a:pt x="55732" y="129787"/>
                </a:lnTo>
                <a:lnTo>
                  <a:pt x="17907" y="144112"/>
                </a:lnTo>
                <a:lnTo>
                  <a:pt x="19855" y="162643"/>
                </a:lnTo>
                <a:lnTo>
                  <a:pt x="28622" y="146201"/>
                </a:lnTo>
                <a:lnTo>
                  <a:pt x="94856" y="146137"/>
                </a:lnTo>
                <a:lnTo>
                  <a:pt x="99052" y="142811"/>
                </a:lnTo>
                <a:lnTo>
                  <a:pt x="118819" y="121495"/>
                </a:lnTo>
                <a:lnTo>
                  <a:pt x="135743" y="97966"/>
                </a:lnTo>
                <a:lnTo>
                  <a:pt x="147064" y="78072"/>
                </a:lnTo>
                <a:lnTo>
                  <a:pt x="142749" y="68387"/>
                </a:lnTo>
                <a:lnTo>
                  <a:pt x="135684" y="44034"/>
                </a:lnTo>
                <a:lnTo>
                  <a:pt x="132604" y="19169"/>
                </a:lnTo>
                <a:lnTo>
                  <a:pt x="151226" y="18511"/>
                </a:lnTo>
                <a:lnTo>
                  <a:pt x="133237" y="13654"/>
                </a:lnTo>
                <a:close/>
              </a:path>
              <a:path w="267970" h="337185">
                <a:moveTo>
                  <a:pt x="151226" y="18511"/>
                </a:moveTo>
                <a:lnTo>
                  <a:pt x="132604" y="19169"/>
                </a:lnTo>
                <a:lnTo>
                  <a:pt x="135684" y="44034"/>
                </a:lnTo>
                <a:lnTo>
                  <a:pt x="142749" y="68387"/>
                </a:lnTo>
                <a:lnTo>
                  <a:pt x="147064" y="78072"/>
                </a:lnTo>
                <a:lnTo>
                  <a:pt x="149984" y="72936"/>
                </a:lnTo>
                <a:lnTo>
                  <a:pt x="161194" y="47720"/>
                </a:lnTo>
                <a:lnTo>
                  <a:pt x="169214" y="23368"/>
                </a:lnTo>
                <a:lnTo>
                  <a:pt x="151226" y="18511"/>
                </a:lnTo>
                <a:close/>
              </a:path>
              <a:path w="267970" h="337185">
                <a:moveTo>
                  <a:pt x="153349" y="0"/>
                </a:moveTo>
                <a:lnTo>
                  <a:pt x="146681" y="438"/>
                </a:lnTo>
                <a:lnTo>
                  <a:pt x="140760" y="3095"/>
                </a:lnTo>
                <a:lnTo>
                  <a:pt x="136105" y="7618"/>
                </a:lnTo>
                <a:lnTo>
                  <a:pt x="133237" y="13654"/>
                </a:lnTo>
                <a:lnTo>
                  <a:pt x="151226" y="18511"/>
                </a:lnTo>
                <a:lnTo>
                  <a:pt x="169847" y="17853"/>
                </a:lnTo>
                <a:lnTo>
                  <a:pt x="169522" y="8640"/>
                </a:lnTo>
                <a:lnTo>
                  <a:pt x="162508" y="1050"/>
                </a:lnTo>
                <a:lnTo>
                  <a:pt x="153349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705412" y="2149494"/>
            <a:ext cx="262255" cy="240665"/>
          </a:xfrm>
          <a:custGeom>
            <a:avLst/>
            <a:gdLst/>
            <a:ahLst/>
            <a:cxnLst/>
            <a:rect l="l" t="t" r="r" b="b"/>
            <a:pathLst>
              <a:path w="262254" h="240664">
                <a:moveTo>
                  <a:pt x="20130" y="219813"/>
                </a:moveTo>
                <a:lnTo>
                  <a:pt x="4574" y="209559"/>
                </a:lnTo>
                <a:lnTo>
                  <a:pt x="0" y="216502"/>
                </a:lnTo>
                <a:lnTo>
                  <a:pt x="577" y="225635"/>
                </a:lnTo>
                <a:lnTo>
                  <a:pt x="11401" y="238257"/>
                </a:lnTo>
                <a:lnTo>
                  <a:pt x="20339" y="240218"/>
                </a:lnTo>
                <a:lnTo>
                  <a:pt x="27895" y="236753"/>
                </a:lnTo>
                <a:lnTo>
                  <a:pt x="20130" y="219813"/>
                </a:lnTo>
                <a:close/>
              </a:path>
              <a:path w="262254" h="240664">
                <a:moveTo>
                  <a:pt x="182294" y="173366"/>
                </a:moveTo>
                <a:lnTo>
                  <a:pt x="108424" y="176095"/>
                </a:lnTo>
                <a:lnTo>
                  <a:pt x="58661" y="186220"/>
                </a:lnTo>
                <a:lnTo>
                  <a:pt x="35687" y="230067"/>
                </a:lnTo>
                <a:lnTo>
                  <a:pt x="20130" y="219813"/>
                </a:lnTo>
                <a:lnTo>
                  <a:pt x="27895" y="236753"/>
                </a:lnTo>
                <a:lnTo>
                  <a:pt x="68869" y="222066"/>
                </a:lnTo>
                <a:lnTo>
                  <a:pt x="113492" y="213019"/>
                </a:lnTo>
                <a:lnTo>
                  <a:pt x="158998" y="209536"/>
                </a:lnTo>
                <a:lnTo>
                  <a:pt x="200699" y="211456"/>
                </a:lnTo>
                <a:lnTo>
                  <a:pt x="186605" y="197385"/>
                </a:lnTo>
                <a:lnTo>
                  <a:pt x="182294" y="173366"/>
                </a:lnTo>
                <a:close/>
              </a:path>
              <a:path w="262254" h="240664">
                <a:moveTo>
                  <a:pt x="58627" y="12916"/>
                </a:moveTo>
                <a:lnTo>
                  <a:pt x="52264" y="7762"/>
                </a:lnTo>
                <a:lnTo>
                  <a:pt x="43282" y="7367"/>
                </a:lnTo>
                <a:lnTo>
                  <a:pt x="29702" y="16519"/>
                </a:lnTo>
                <a:lnTo>
                  <a:pt x="26694" y="24993"/>
                </a:lnTo>
                <a:lnTo>
                  <a:pt x="29109" y="32980"/>
                </a:lnTo>
                <a:lnTo>
                  <a:pt x="38113" y="78850"/>
                </a:lnTo>
                <a:lnTo>
                  <a:pt x="37085" y="124162"/>
                </a:lnTo>
                <a:lnTo>
                  <a:pt x="25927" y="167990"/>
                </a:lnTo>
                <a:lnTo>
                  <a:pt x="4574" y="209559"/>
                </a:lnTo>
                <a:lnTo>
                  <a:pt x="20130" y="219813"/>
                </a:lnTo>
                <a:lnTo>
                  <a:pt x="12366" y="202873"/>
                </a:lnTo>
                <a:lnTo>
                  <a:pt x="58055" y="186438"/>
                </a:lnTo>
                <a:lnTo>
                  <a:pt x="60863" y="180961"/>
                </a:lnTo>
                <a:lnTo>
                  <a:pt x="74006" y="129186"/>
                </a:lnTo>
                <a:lnTo>
                  <a:pt x="75112" y="81747"/>
                </a:lnTo>
                <a:lnTo>
                  <a:pt x="35177" y="41880"/>
                </a:lnTo>
                <a:lnTo>
                  <a:pt x="36450" y="40308"/>
                </a:lnTo>
                <a:lnTo>
                  <a:pt x="28985" y="32856"/>
                </a:lnTo>
                <a:lnTo>
                  <a:pt x="46902" y="27398"/>
                </a:lnTo>
                <a:lnTo>
                  <a:pt x="58090" y="13579"/>
                </a:lnTo>
                <a:lnTo>
                  <a:pt x="58627" y="12916"/>
                </a:lnTo>
                <a:close/>
              </a:path>
              <a:path w="262254" h="240664">
                <a:moveTo>
                  <a:pt x="58055" y="186438"/>
                </a:moveTo>
                <a:lnTo>
                  <a:pt x="12366" y="202873"/>
                </a:lnTo>
                <a:lnTo>
                  <a:pt x="20130" y="219813"/>
                </a:lnTo>
                <a:lnTo>
                  <a:pt x="35687" y="230067"/>
                </a:lnTo>
                <a:lnTo>
                  <a:pt x="58055" y="186438"/>
                </a:lnTo>
                <a:close/>
              </a:path>
              <a:path w="262254" h="240664">
                <a:moveTo>
                  <a:pt x="206815" y="174511"/>
                </a:moveTo>
                <a:lnTo>
                  <a:pt x="182294" y="173366"/>
                </a:lnTo>
                <a:lnTo>
                  <a:pt x="186605" y="197385"/>
                </a:lnTo>
                <a:lnTo>
                  <a:pt x="204582" y="193060"/>
                </a:lnTo>
                <a:lnTo>
                  <a:pt x="206815" y="174511"/>
                </a:lnTo>
                <a:close/>
              </a:path>
              <a:path w="262254" h="240664">
                <a:moveTo>
                  <a:pt x="222833" y="188669"/>
                </a:moveTo>
                <a:lnTo>
                  <a:pt x="186605" y="197385"/>
                </a:lnTo>
                <a:lnTo>
                  <a:pt x="200699" y="211456"/>
                </a:lnTo>
                <a:lnTo>
                  <a:pt x="202624" y="211544"/>
                </a:lnTo>
                <a:lnTo>
                  <a:pt x="204702" y="193180"/>
                </a:lnTo>
                <a:lnTo>
                  <a:pt x="217851" y="206306"/>
                </a:lnTo>
                <a:lnTo>
                  <a:pt x="221724" y="201922"/>
                </a:lnTo>
                <a:lnTo>
                  <a:pt x="222705" y="200812"/>
                </a:lnTo>
                <a:lnTo>
                  <a:pt x="224255" y="194580"/>
                </a:lnTo>
                <a:lnTo>
                  <a:pt x="222833" y="188669"/>
                </a:lnTo>
                <a:close/>
              </a:path>
              <a:path w="262254" h="240664">
                <a:moveTo>
                  <a:pt x="217851" y="206306"/>
                </a:moveTo>
                <a:lnTo>
                  <a:pt x="204702" y="193180"/>
                </a:lnTo>
                <a:lnTo>
                  <a:pt x="202624" y="211544"/>
                </a:lnTo>
                <a:lnTo>
                  <a:pt x="208663" y="212228"/>
                </a:lnTo>
                <a:lnTo>
                  <a:pt x="214656" y="209922"/>
                </a:lnTo>
                <a:lnTo>
                  <a:pt x="216651" y="207664"/>
                </a:lnTo>
                <a:lnTo>
                  <a:pt x="217851" y="206306"/>
                </a:lnTo>
                <a:close/>
              </a:path>
              <a:path w="262254" h="240664">
                <a:moveTo>
                  <a:pt x="64725" y="21969"/>
                </a:moveTo>
                <a:lnTo>
                  <a:pt x="46902" y="27398"/>
                </a:lnTo>
                <a:lnTo>
                  <a:pt x="35177" y="41880"/>
                </a:lnTo>
                <a:lnTo>
                  <a:pt x="60249" y="57202"/>
                </a:lnTo>
                <a:lnTo>
                  <a:pt x="72365" y="61068"/>
                </a:lnTo>
                <a:lnTo>
                  <a:pt x="64725" y="21969"/>
                </a:lnTo>
                <a:close/>
              </a:path>
              <a:path w="262254" h="240664">
                <a:moveTo>
                  <a:pt x="72365" y="61068"/>
                </a:moveTo>
                <a:lnTo>
                  <a:pt x="60249" y="57202"/>
                </a:lnTo>
                <a:lnTo>
                  <a:pt x="35177" y="41880"/>
                </a:lnTo>
                <a:lnTo>
                  <a:pt x="75112" y="81747"/>
                </a:lnTo>
                <a:lnTo>
                  <a:pt x="75250" y="75827"/>
                </a:lnTo>
                <a:lnTo>
                  <a:pt x="72365" y="61068"/>
                </a:lnTo>
                <a:close/>
              </a:path>
              <a:path w="262254" h="240664">
                <a:moveTo>
                  <a:pt x="46902" y="27398"/>
                </a:moveTo>
                <a:lnTo>
                  <a:pt x="28985" y="32856"/>
                </a:lnTo>
                <a:lnTo>
                  <a:pt x="36450" y="40308"/>
                </a:lnTo>
                <a:lnTo>
                  <a:pt x="46902" y="27398"/>
                </a:lnTo>
                <a:close/>
              </a:path>
              <a:path w="262254" h="240664">
                <a:moveTo>
                  <a:pt x="255319" y="31100"/>
                </a:moveTo>
                <a:lnTo>
                  <a:pt x="241688" y="18396"/>
                </a:lnTo>
                <a:lnTo>
                  <a:pt x="250971" y="34553"/>
                </a:lnTo>
                <a:lnTo>
                  <a:pt x="228084" y="46099"/>
                </a:lnTo>
                <a:lnTo>
                  <a:pt x="202331" y="56002"/>
                </a:lnTo>
                <a:lnTo>
                  <a:pt x="196641" y="57567"/>
                </a:lnTo>
                <a:lnTo>
                  <a:pt x="191256" y="71613"/>
                </a:lnTo>
                <a:lnTo>
                  <a:pt x="184977" y="96546"/>
                </a:lnTo>
                <a:lnTo>
                  <a:pt x="181421" y="122096"/>
                </a:lnTo>
                <a:lnTo>
                  <a:pt x="180518" y="147827"/>
                </a:lnTo>
                <a:lnTo>
                  <a:pt x="182251" y="173127"/>
                </a:lnTo>
                <a:lnTo>
                  <a:pt x="182294" y="173366"/>
                </a:lnTo>
                <a:lnTo>
                  <a:pt x="206815" y="174511"/>
                </a:lnTo>
                <a:lnTo>
                  <a:pt x="221354" y="189025"/>
                </a:lnTo>
                <a:lnTo>
                  <a:pt x="222833" y="188669"/>
                </a:lnTo>
                <a:lnTo>
                  <a:pt x="219225" y="168499"/>
                </a:lnTo>
                <a:lnTo>
                  <a:pt x="217775" y="147219"/>
                </a:lnTo>
                <a:lnTo>
                  <a:pt x="221560" y="103629"/>
                </a:lnTo>
                <a:lnTo>
                  <a:pt x="234282" y="63258"/>
                </a:lnTo>
                <a:lnTo>
                  <a:pt x="254527" y="32118"/>
                </a:lnTo>
                <a:lnTo>
                  <a:pt x="254923" y="31609"/>
                </a:lnTo>
                <a:lnTo>
                  <a:pt x="255319" y="31100"/>
                </a:lnTo>
                <a:close/>
              </a:path>
              <a:path w="262254" h="240664">
                <a:moveTo>
                  <a:pt x="111609" y="68774"/>
                </a:moveTo>
                <a:lnTo>
                  <a:pt x="64725" y="21969"/>
                </a:lnTo>
                <a:lnTo>
                  <a:pt x="72365" y="61068"/>
                </a:lnTo>
                <a:lnTo>
                  <a:pt x="87921" y="66031"/>
                </a:lnTo>
                <a:lnTo>
                  <a:pt x="111609" y="68774"/>
                </a:lnTo>
                <a:close/>
              </a:path>
              <a:path w="262254" h="240664">
                <a:moveTo>
                  <a:pt x="221354" y="189025"/>
                </a:moveTo>
                <a:lnTo>
                  <a:pt x="206815" y="174511"/>
                </a:lnTo>
                <a:lnTo>
                  <a:pt x="204702" y="193180"/>
                </a:lnTo>
                <a:lnTo>
                  <a:pt x="221354" y="189025"/>
                </a:lnTo>
                <a:close/>
              </a:path>
              <a:path w="262254" h="240664">
                <a:moveTo>
                  <a:pt x="232404" y="2239"/>
                </a:moveTo>
                <a:lnTo>
                  <a:pt x="190660" y="20607"/>
                </a:lnTo>
                <a:lnTo>
                  <a:pt x="142115" y="31226"/>
                </a:lnTo>
                <a:lnTo>
                  <a:pt x="117878" y="32139"/>
                </a:lnTo>
                <a:lnTo>
                  <a:pt x="95502" y="29540"/>
                </a:lnTo>
                <a:lnTo>
                  <a:pt x="75561" y="23207"/>
                </a:lnTo>
                <a:lnTo>
                  <a:pt x="58627" y="12916"/>
                </a:lnTo>
                <a:lnTo>
                  <a:pt x="46902" y="27398"/>
                </a:lnTo>
                <a:lnTo>
                  <a:pt x="64725" y="21969"/>
                </a:lnTo>
                <a:lnTo>
                  <a:pt x="111609" y="68774"/>
                </a:lnTo>
                <a:lnTo>
                  <a:pt x="116918" y="69388"/>
                </a:lnTo>
                <a:lnTo>
                  <a:pt x="145964" y="68296"/>
                </a:lnTo>
                <a:lnTo>
                  <a:pt x="174573" y="63628"/>
                </a:lnTo>
                <a:lnTo>
                  <a:pt x="196641" y="57567"/>
                </a:lnTo>
                <a:lnTo>
                  <a:pt x="200435" y="47672"/>
                </a:lnTo>
                <a:lnTo>
                  <a:pt x="212656" y="25454"/>
                </a:lnTo>
                <a:lnTo>
                  <a:pt x="228057" y="5693"/>
                </a:lnTo>
                <a:lnTo>
                  <a:pt x="241688" y="18396"/>
                </a:lnTo>
                <a:lnTo>
                  <a:pt x="232404" y="2239"/>
                </a:lnTo>
                <a:close/>
              </a:path>
              <a:path w="262254" h="240664">
                <a:moveTo>
                  <a:pt x="241688" y="18396"/>
                </a:moveTo>
                <a:lnTo>
                  <a:pt x="228057" y="5693"/>
                </a:lnTo>
                <a:lnTo>
                  <a:pt x="212656" y="25454"/>
                </a:lnTo>
                <a:lnTo>
                  <a:pt x="200435" y="47672"/>
                </a:lnTo>
                <a:lnTo>
                  <a:pt x="196641" y="57567"/>
                </a:lnTo>
                <a:lnTo>
                  <a:pt x="202331" y="56002"/>
                </a:lnTo>
                <a:lnTo>
                  <a:pt x="228084" y="46099"/>
                </a:lnTo>
                <a:lnTo>
                  <a:pt x="250971" y="34553"/>
                </a:lnTo>
                <a:lnTo>
                  <a:pt x="241688" y="18396"/>
                </a:lnTo>
                <a:close/>
              </a:path>
              <a:path w="262254" h="240664">
                <a:moveTo>
                  <a:pt x="256278" y="6807"/>
                </a:moveTo>
                <a:lnTo>
                  <a:pt x="251253" y="2401"/>
                </a:lnTo>
                <a:lnTo>
                  <a:pt x="245188" y="93"/>
                </a:lnTo>
                <a:lnTo>
                  <a:pt x="238700" y="0"/>
                </a:lnTo>
                <a:lnTo>
                  <a:pt x="232404" y="2239"/>
                </a:lnTo>
                <a:lnTo>
                  <a:pt x="241688" y="18396"/>
                </a:lnTo>
                <a:lnTo>
                  <a:pt x="255319" y="31100"/>
                </a:lnTo>
                <a:lnTo>
                  <a:pt x="261602" y="24354"/>
                </a:lnTo>
                <a:lnTo>
                  <a:pt x="262010" y="14027"/>
                </a:lnTo>
                <a:lnTo>
                  <a:pt x="256278" y="6807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415949" y="2668327"/>
            <a:ext cx="430530" cy="427990"/>
          </a:xfrm>
          <a:custGeom>
            <a:avLst/>
            <a:gdLst/>
            <a:ahLst/>
            <a:cxnLst/>
            <a:rect l="l" t="t" r="r" b="b"/>
            <a:pathLst>
              <a:path w="430529" h="427989">
                <a:moveTo>
                  <a:pt x="19537" y="408463"/>
                </a:moveTo>
                <a:lnTo>
                  <a:pt x="1384" y="404268"/>
                </a:lnTo>
                <a:lnTo>
                  <a:pt x="0" y="410265"/>
                </a:lnTo>
                <a:lnTo>
                  <a:pt x="1664" y="416559"/>
                </a:lnTo>
                <a:lnTo>
                  <a:pt x="10000" y="425613"/>
                </a:lnTo>
                <a:lnTo>
                  <a:pt x="16134" y="427790"/>
                </a:lnTo>
                <a:lnTo>
                  <a:pt x="22223" y="426903"/>
                </a:lnTo>
                <a:lnTo>
                  <a:pt x="19537" y="408463"/>
                </a:lnTo>
                <a:close/>
              </a:path>
              <a:path w="430529" h="427989">
                <a:moveTo>
                  <a:pt x="310103" y="338506"/>
                </a:moveTo>
                <a:lnTo>
                  <a:pt x="270497" y="347990"/>
                </a:lnTo>
                <a:lnTo>
                  <a:pt x="220432" y="358177"/>
                </a:lnTo>
                <a:lnTo>
                  <a:pt x="169855" y="367100"/>
                </a:lnTo>
                <a:lnTo>
                  <a:pt x="118945" y="375133"/>
                </a:lnTo>
                <a:lnTo>
                  <a:pt x="43981" y="386103"/>
                </a:lnTo>
                <a:lnTo>
                  <a:pt x="37690" y="412657"/>
                </a:lnTo>
                <a:lnTo>
                  <a:pt x="19537" y="408463"/>
                </a:lnTo>
                <a:lnTo>
                  <a:pt x="22223" y="426903"/>
                </a:lnTo>
                <a:lnTo>
                  <a:pt x="124383" y="412009"/>
                </a:lnTo>
                <a:lnTo>
                  <a:pt x="175949" y="403868"/>
                </a:lnTo>
                <a:lnTo>
                  <a:pt x="227469" y="394772"/>
                </a:lnTo>
                <a:lnTo>
                  <a:pt x="278667" y="384351"/>
                </a:lnTo>
                <a:lnTo>
                  <a:pt x="329266" y="372233"/>
                </a:lnTo>
                <a:lnTo>
                  <a:pt x="328657" y="369896"/>
                </a:lnTo>
                <a:lnTo>
                  <a:pt x="306927" y="348203"/>
                </a:lnTo>
                <a:lnTo>
                  <a:pt x="310103" y="338506"/>
                </a:lnTo>
                <a:close/>
              </a:path>
              <a:path w="430529" h="427989">
                <a:moveTo>
                  <a:pt x="93083" y="112957"/>
                </a:moveTo>
                <a:lnTo>
                  <a:pt x="74988" y="108517"/>
                </a:lnTo>
                <a:lnTo>
                  <a:pt x="62795" y="157510"/>
                </a:lnTo>
                <a:lnTo>
                  <a:pt x="25290" y="305360"/>
                </a:lnTo>
                <a:lnTo>
                  <a:pt x="13103" y="354806"/>
                </a:lnTo>
                <a:lnTo>
                  <a:pt x="1384" y="404268"/>
                </a:lnTo>
                <a:lnTo>
                  <a:pt x="19537" y="408463"/>
                </a:lnTo>
                <a:lnTo>
                  <a:pt x="16851" y="390022"/>
                </a:lnTo>
                <a:lnTo>
                  <a:pt x="43981" y="386103"/>
                </a:lnTo>
                <a:lnTo>
                  <a:pt x="49371" y="363352"/>
                </a:lnTo>
                <a:lnTo>
                  <a:pt x="61482" y="314219"/>
                </a:lnTo>
                <a:lnTo>
                  <a:pt x="98872" y="166846"/>
                </a:lnTo>
                <a:lnTo>
                  <a:pt x="105373" y="140721"/>
                </a:lnTo>
                <a:lnTo>
                  <a:pt x="95998" y="131362"/>
                </a:lnTo>
                <a:lnTo>
                  <a:pt x="93083" y="112957"/>
                </a:lnTo>
                <a:close/>
              </a:path>
              <a:path w="430529" h="427989">
                <a:moveTo>
                  <a:pt x="43981" y="386103"/>
                </a:moveTo>
                <a:lnTo>
                  <a:pt x="16851" y="390022"/>
                </a:lnTo>
                <a:lnTo>
                  <a:pt x="19537" y="408463"/>
                </a:lnTo>
                <a:lnTo>
                  <a:pt x="37690" y="412657"/>
                </a:lnTo>
                <a:lnTo>
                  <a:pt x="43981" y="386103"/>
                </a:lnTo>
                <a:close/>
              </a:path>
              <a:path w="430529" h="427989">
                <a:moveTo>
                  <a:pt x="342206" y="360197"/>
                </a:moveTo>
                <a:lnTo>
                  <a:pt x="324567" y="354200"/>
                </a:lnTo>
                <a:lnTo>
                  <a:pt x="329266" y="372233"/>
                </a:lnTo>
                <a:lnTo>
                  <a:pt x="335328" y="370653"/>
                </a:lnTo>
                <a:lnTo>
                  <a:pt x="336489" y="369573"/>
                </a:lnTo>
                <a:lnTo>
                  <a:pt x="338939" y="367294"/>
                </a:lnTo>
                <a:lnTo>
                  <a:pt x="340190" y="366130"/>
                </a:lnTo>
                <a:lnTo>
                  <a:pt x="342206" y="360197"/>
                </a:lnTo>
                <a:close/>
              </a:path>
              <a:path w="430529" h="427989">
                <a:moveTo>
                  <a:pt x="319868" y="336168"/>
                </a:moveTo>
                <a:lnTo>
                  <a:pt x="310103" y="338506"/>
                </a:lnTo>
                <a:lnTo>
                  <a:pt x="306927" y="348203"/>
                </a:lnTo>
                <a:lnTo>
                  <a:pt x="324567" y="354200"/>
                </a:lnTo>
                <a:lnTo>
                  <a:pt x="319868" y="336168"/>
                </a:lnTo>
                <a:close/>
              </a:path>
              <a:path w="430529" h="427989">
                <a:moveTo>
                  <a:pt x="324567" y="354200"/>
                </a:moveTo>
                <a:lnTo>
                  <a:pt x="306927" y="348203"/>
                </a:lnTo>
                <a:lnTo>
                  <a:pt x="328657" y="369896"/>
                </a:lnTo>
                <a:lnTo>
                  <a:pt x="324567" y="354200"/>
                </a:lnTo>
                <a:close/>
              </a:path>
              <a:path w="430529" h="427989">
                <a:moveTo>
                  <a:pt x="111177" y="117396"/>
                </a:moveTo>
                <a:lnTo>
                  <a:pt x="93083" y="112957"/>
                </a:lnTo>
                <a:lnTo>
                  <a:pt x="95998" y="131362"/>
                </a:lnTo>
                <a:lnTo>
                  <a:pt x="108271" y="129076"/>
                </a:lnTo>
                <a:lnTo>
                  <a:pt x="111177" y="117396"/>
                </a:lnTo>
                <a:close/>
              </a:path>
              <a:path w="430529" h="427989">
                <a:moveTo>
                  <a:pt x="108271" y="129076"/>
                </a:moveTo>
                <a:lnTo>
                  <a:pt x="95998" y="131362"/>
                </a:lnTo>
                <a:lnTo>
                  <a:pt x="105373" y="140721"/>
                </a:lnTo>
                <a:lnTo>
                  <a:pt x="108271" y="129076"/>
                </a:lnTo>
                <a:close/>
              </a:path>
              <a:path w="430529" h="427989">
                <a:moveTo>
                  <a:pt x="90167" y="94551"/>
                </a:moveTo>
                <a:lnTo>
                  <a:pt x="82758" y="95725"/>
                </a:lnTo>
                <a:lnTo>
                  <a:pt x="80810" y="97517"/>
                </a:lnTo>
                <a:lnTo>
                  <a:pt x="78650" y="99505"/>
                </a:lnTo>
                <a:lnTo>
                  <a:pt x="76775" y="101230"/>
                </a:lnTo>
                <a:lnTo>
                  <a:pt x="74988" y="108517"/>
                </a:lnTo>
                <a:lnTo>
                  <a:pt x="93083" y="112957"/>
                </a:lnTo>
                <a:lnTo>
                  <a:pt x="90167" y="94551"/>
                </a:lnTo>
                <a:close/>
              </a:path>
              <a:path w="430529" h="427989">
                <a:moveTo>
                  <a:pt x="342633" y="358894"/>
                </a:moveTo>
                <a:lnTo>
                  <a:pt x="319868" y="336168"/>
                </a:lnTo>
                <a:lnTo>
                  <a:pt x="324567" y="354200"/>
                </a:lnTo>
                <a:lnTo>
                  <a:pt x="342206" y="360197"/>
                </a:lnTo>
                <a:lnTo>
                  <a:pt x="342633" y="358894"/>
                </a:lnTo>
                <a:close/>
              </a:path>
              <a:path w="430529" h="427989">
                <a:moveTo>
                  <a:pt x="428759" y="23181"/>
                </a:moveTo>
                <a:lnTo>
                  <a:pt x="410438" y="19793"/>
                </a:lnTo>
                <a:lnTo>
                  <a:pt x="416743" y="37329"/>
                </a:lnTo>
                <a:lnTo>
                  <a:pt x="385869" y="48423"/>
                </a:lnTo>
                <a:lnTo>
                  <a:pt x="370910" y="119627"/>
                </a:lnTo>
                <a:lnTo>
                  <a:pt x="359234" y="168840"/>
                </a:lnTo>
                <a:lnTo>
                  <a:pt x="346931" y="216368"/>
                </a:lnTo>
                <a:lnTo>
                  <a:pt x="334068" y="262148"/>
                </a:lnTo>
                <a:lnTo>
                  <a:pt x="320711" y="306114"/>
                </a:lnTo>
                <a:lnTo>
                  <a:pt x="310103" y="338506"/>
                </a:lnTo>
                <a:lnTo>
                  <a:pt x="319868" y="336168"/>
                </a:lnTo>
                <a:lnTo>
                  <a:pt x="356241" y="317344"/>
                </a:lnTo>
                <a:lnTo>
                  <a:pt x="369829" y="272618"/>
                </a:lnTo>
                <a:lnTo>
                  <a:pt x="382904" y="226085"/>
                </a:lnTo>
                <a:lnTo>
                  <a:pt x="395400" y="177810"/>
                </a:lnTo>
                <a:lnTo>
                  <a:pt x="407251" y="127858"/>
                </a:lnTo>
                <a:lnTo>
                  <a:pt x="418393" y="76293"/>
                </a:lnTo>
                <a:lnTo>
                  <a:pt x="428759" y="23181"/>
                </a:lnTo>
                <a:close/>
              </a:path>
              <a:path w="430529" h="427989">
                <a:moveTo>
                  <a:pt x="120579" y="126782"/>
                </a:moveTo>
                <a:lnTo>
                  <a:pt x="111177" y="117396"/>
                </a:lnTo>
                <a:lnTo>
                  <a:pt x="108271" y="129076"/>
                </a:lnTo>
                <a:lnTo>
                  <a:pt x="120579" y="126782"/>
                </a:lnTo>
                <a:close/>
              </a:path>
              <a:path w="430529" h="427989">
                <a:moveTo>
                  <a:pt x="404134" y="2257"/>
                </a:moveTo>
                <a:lnTo>
                  <a:pt x="352469" y="20798"/>
                </a:lnTo>
                <a:lnTo>
                  <a:pt x="300552" y="38919"/>
                </a:lnTo>
                <a:lnTo>
                  <a:pt x="248372" y="55989"/>
                </a:lnTo>
                <a:lnTo>
                  <a:pt x="195921" y="71373"/>
                </a:lnTo>
                <a:lnTo>
                  <a:pt x="143189" y="84438"/>
                </a:lnTo>
                <a:lnTo>
                  <a:pt x="90167" y="94551"/>
                </a:lnTo>
                <a:lnTo>
                  <a:pt x="93083" y="112957"/>
                </a:lnTo>
                <a:lnTo>
                  <a:pt x="111177" y="117396"/>
                </a:lnTo>
                <a:lnTo>
                  <a:pt x="120579" y="126782"/>
                </a:lnTo>
                <a:lnTo>
                  <a:pt x="143191" y="122570"/>
                </a:lnTo>
                <a:lnTo>
                  <a:pt x="190024" y="111495"/>
                </a:lnTo>
                <a:lnTo>
                  <a:pt x="236439" y="98578"/>
                </a:lnTo>
                <a:lnTo>
                  <a:pt x="282378" y="84262"/>
                </a:lnTo>
                <a:lnTo>
                  <a:pt x="327780" y="68987"/>
                </a:lnTo>
                <a:lnTo>
                  <a:pt x="372588" y="53195"/>
                </a:lnTo>
                <a:lnTo>
                  <a:pt x="392118" y="16405"/>
                </a:lnTo>
                <a:lnTo>
                  <a:pt x="410438" y="19793"/>
                </a:lnTo>
                <a:lnTo>
                  <a:pt x="404134" y="2257"/>
                </a:lnTo>
                <a:close/>
              </a:path>
              <a:path w="430529" h="427989">
                <a:moveTo>
                  <a:pt x="410438" y="19793"/>
                </a:moveTo>
                <a:lnTo>
                  <a:pt x="392118" y="16405"/>
                </a:lnTo>
                <a:lnTo>
                  <a:pt x="385869" y="48423"/>
                </a:lnTo>
                <a:lnTo>
                  <a:pt x="416743" y="37329"/>
                </a:lnTo>
                <a:lnTo>
                  <a:pt x="410438" y="19793"/>
                </a:lnTo>
                <a:close/>
              </a:path>
              <a:path w="430529" h="427989">
                <a:moveTo>
                  <a:pt x="427584" y="9911"/>
                </a:moveTo>
                <a:lnTo>
                  <a:pt x="417416" y="1271"/>
                </a:lnTo>
                <a:lnTo>
                  <a:pt x="410411" y="0"/>
                </a:lnTo>
                <a:lnTo>
                  <a:pt x="404134" y="2257"/>
                </a:lnTo>
                <a:lnTo>
                  <a:pt x="410438" y="19793"/>
                </a:lnTo>
                <a:lnTo>
                  <a:pt x="428759" y="23181"/>
                </a:lnTo>
                <a:lnTo>
                  <a:pt x="429971" y="16620"/>
                </a:lnTo>
                <a:lnTo>
                  <a:pt x="427584" y="9911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857504" y="6161759"/>
            <a:ext cx="375285" cy="377190"/>
          </a:xfrm>
          <a:custGeom>
            <a:avLst/>
            <a:gdLst/>
            <a:ahLst/>
            <a:cxnLst/>
            <a:rect l="l" t="t" r="r" b="b"/>
            <a:pathLst>
              <a:path w="375284" h="377190">
                <a:moveTo>
                  <a:pt x="19323" y="19542"/>
                </a:moveTo>
                <a:lnTo>
                  <a:pt x="23516" y="1385"/>
                </a:lnTo>
                <a:lnTo>
                  <a:pt x="17521" y="0"/>
                </a:lnTo>
                <a:lnTo>
                  <a:pt x="11228" y="1664"/>
                </a:lnTo>
                <a:lnTo>
                  <a:pt x="2176" y="10002"/>
                </a:lnTo>
                <a:lnTo>
                  <a:pt x="0" y="16138"/>
                </a:lnTo>
                <a:lnTo>
                  <a:pt x="886" y="22228"/>
                </a:lnTo>
                <a:lnTo>
                  <a:pt x="19323" y="19542"/>
                </a:lnTo>
                <a:close/>
              </a:path>
              <a:path w="375284" h="377190">
                <a:moveTo>
                  <a:pt x="81918" y="268652"/>
                </a:moveTo>
                <a:lnTo>
                  <a:pt x="72169" y="227254"/>
                </a:lnTo>
                <a:lnTo>
                  <a:pt x="62055" y="175252"/>
                </a:lnTo>
                <a:lnTo>
                  <a:pt x="53320" y="122680"/>
                </a:lnTo>
                <a:lnTo>
                  <a:pt x="45407" y="69795"/>
                </a:lnTo>
                <a:lnTo>
                  <a:pt x="41683" y="44020"/>
                </a:lnTo>
                <a:lnTo>
                  <a:pt x="15129" y="37699"/>
                </a:lnTo>
                <a:lnTo>
                  <a:pt x="19323" y="19542"/>
                </a:lnTo>
                <a:lnTo>
                  <a:pt x="886" y="22228"/>
                </a:lnTo>
                <a:lnTo>
                  <a:pt x="8504" y="74980"/>
                </a:lnTo>
                <a:lnTo>
                  <a:pt x="16488" y="128341"/>
                </a:lnTo>
                <a:lnTo>
                  <a:pt x="25391" y="181885"/>
                </a:lnTo>
                <a:lnTo>
                  <a:pt x="35765" y="235189"/>
                </a:lnTo>
                <a:lnTo>
                  <a:pt x="48162" y="287827"/>
                </a:lnTo>
                <a:lnTo>
                  <a:pt x="50499" y="287218"/>
                </a:lnTo>
                <a:lnTo>
                  <a:pt x="72186" y="265483"/>
                </a:lnTo>
                <a:lnTo>
                  <a:pt x="81918" y="268652"/>
                </a:lnTo>
                <a:close/>
              </a:path>
              <a:path w="375284" h="377190">
                <a:moveTo>
                  <a:pt x="274561" y="83095"/>
                </a:moveTo>
                <a:lnTo>
                  <a:pt x="279000" y="64996"/>
                </a:lnTo>
                <a:lnTo>
                  <a:pt x="228235" y="52327"/>
                </a:lnTo>
                <a:lnTo>
                  <a:pt x="126060" y="26343"/>
                </a:lnTo>
                <a:lnTo>
                  <a:pt x="74797" y="13594"/>
                </a:lnTo>
                <a:lnTo>
                  <a:pt x="23516" y="1385"/>
                </a:lnTo>
                <a:lnTo>
                  <a:pt x="19323" y="19542"/>
                </a:lnTo>
                <a:lnTo>
                  <a:pt x="37759" y="16855"/>
                </a:lnTo>
                <a:lnTo>
                  <a:pt x="41683" y="44020"/>
                </a:lnTo>
                <a:lnTo>
                  <a:pt x="66198" y="49856"/>
                </a:lnTo>
                <a:lnTo>
                  <a:pt x="117066" y="62509"/>
                </a:lnTo>
                <a:lnTo>
                  <a:pt x="218862" y="88402"/>
                </a:lnTo>
                <a:lnTo>
                  <a:pt x="246814" y="95377"/>
                </a:lnTo>
                <a:lnTo>
                  <a:pt x="256160" y="86011"/>
                </a:lnTo>
                <a:lnTo>
                  <a:pt x="274561" y="83095"/>
                </a:lnTo>
                <a:close/>
              </a:path>
              <a:path w="375284" h="377190">
                <a:moveTo>
                  <a:pt x="41683" y="44020"/>
                </a:moveTo>
                <a:lnTo>
                  <a:pt x="37759" y="16855"/>
                </a:lnTo>
                <a:lnTo>
                  <a:pt x="19323" y="19542"/>
                </a:lnTo>
                <a:lnTo>
                  <a:pt x="15129" y="37699"/>
                </a:lnTo>
                <a:lnTo>
                  <a:pt x="41683" y="44020"/>
                </a:lnTo>
                <a:close/>
              </a:path>
              <a:path w="375284" h="377190">
                <a:moveTo>
                  <a:pt x="60195" y="300771"/>
                </a:moveTo>
                <a:lnTo>
                  <a:pt x="66191" y="283127"/>
                </a:lnTo>
                <a:lnTo>
                  <a:pt x="48162" y="287827"/>
                </a:lnTo>
                <a:lnTo>
                  <a:pt x="49743" y="293891"/>
                </a:lnTo>
                <a:lnTo>
                  <a:pt x="52495" y="296852"/>
                </a:lnTo>
                <a:lnTo>
                  <a:pt x="54264" y="298754"/>
                </a:lnTo>
                <a:lnTo>
                  <a:pt x="60195" y="300771"/>
                </a:lnTo>
                <a:close/>
              </a:path>
              <a:path w="375284" h="377190">
                <a:moveTo>
                  <a:pt x="84219" y="278427"/>
                </a:moveTo>
                <a:lnTo>
                  <a:pt x="81918" y="268652"/>
                </a:lnTo>
                <a:lnTo>
                  <a:pt x="72186" y="265483"/>
                </a:lnTo>
                <a:lnTo>
                  <a:pt x="66191" y="283127"/>
                </a:lnTo>
                <a:lnTo>
                  <a:pt x="84219" y="278427"/>
                </a:lnTo>
                <a:close/>
              </a:path>
              <a:path w="375284" h="377190">
                <a:moveTo>
                  <a:pt x="66191" y="283127"/>
                </a:moveTo>
                <a:lnTo>
                  <a:pt x="72186" y="265483"/>
                </a:lnTo>
                <a:lnTo>
                  <a:pt x="50499" y="287218"/>
                </a:lnTo>
                <a:lnTo>
                  <a:pt x="66191" y="283127"/>
                </a:lnTo>
                <a:close/>
              </a:path>
              <a:path w="375284" h="377190">
                <a:moveTo>
                  <a:pt x="270123" y="101193"/>
                </a:moveTo>
                <a:lnTo>
                  <a:pt x="274561" y="83095"/>
                </a:lnTo>
                <a:lnTo>
                  <a:pt x="256160" y="86011"/>
                </a:lnTo>
                <a:lnTo>
                  <a:pt x="258501" y="98293"/>
                </a:lnTo>
                <a:lnTo>
                  <a:pt x="270123" y="101193"/>
                </a:lnTo>
                <a:close/>
              </a:path>
              <a:path w="375284" h="377190">
                <a:moveTo>
                  <a:pt x="258501" y="98293"/>
                </a:moveTo>
                <a:lnTo>
                  <a:pt x="256160" y="86011"/>
                </a:lnTo>
                <a:lnTo>
                  <a:pt x="246814" y="95377"/>
                </a:lnTo>
                <a:lnTo>
                  <a:pt x="258501" y="98293"/>
                </a:lnTo>
                <a:close/>
              </a:path>
              <a:path w="375284" h="377190">
                <a:moveTo>
                  <a:pt x="292963" y="80179"/>
                </a:moveTo>
                <a:lnTo>
                  <a:pt x="279000" y="64996"/>
                </a:lnTo>
                <a:lnTo>
                  <a:pt x="274561" y="83095"/>
                </a:lnTo>
                <a:lnTo>
                  <a:pt x="292963" y="80179"/>
                </a:lnTo>
                <a:close/>
              </a:path>
              <a:path w="375284" h="377190">
                <a:moveTo>
                  <a:pt x="61500" y="301196"/>
                </a:moveTo>
                <a:lnTo>
                  <a:pt x="84219" y="278427"/>
                </a:lnTo>
                <a:lnTo>
                  <a:pt x="66191" y="283127"/>
                </a:lnTo>
                <a:lnTo>
                  <a:pt x="60195" y="300771"/>
                </a:lnTo>
                <a:lnTo>
                  <a:pt x="61500" y="301196"/>
                </a:lnTo>
                <a:close/>
              </a:path>
              <a:path w="375284" h="377190">
                <a:moveTo>
                  <a:pt x="351643" y="375656"/>
                </a:moveTo>
                <a:lnTo>
                  <a:pt x="355030" y="357332"/>
                </a:lnTo>
                <a:lnTo>
                  <a:pt x="337498" y="363637"/>
                </a:lnTo>
                <a:lnTo>
                  <a:pt x="326397" y="332700"/>
                </a:lnTo>
                <a:lnTo>
                  <a:pt x="255049" y="317405"/>
                </a:lnTo>
                <a:lnTo>
                  <a:pt x="206217" y="305378"/>
                </a:lnTo>
                <a:lnTo>
                  <a:pt x="159404" y="292654"/>
                </a:lnTo>
                <a:lnTo>
                  <a:pt x="114698" y="279326"/>
                </a:lnTo>
                <a:lnTo>
                  <a:pt x="81918" y="268652"/>
                </a:lnTo>
                <a:lnTo>
                  <a:pt x="84219" y="278427"/>
                </a:lnTo>
                <a:lnTo>
                  <a:pt x="103598" y="314904"/>
                </a:lnTo>
                <a:lnTo>
                  <a:pt x="149188" y="328496"/>
                </a:lnTo>
                <a:lnTo>
                  <a:pt x="196877" y="341458"/>
                </a:lnTo>
                <a:lnTo>
                  <a:pt x="246575" y="353699"/>
                </a:lnTo>
                <a:lnTo>
                  <a:pt x="297969" y="365078"/>
                </a:lnTo>
                <a:lnTo>
                  <a:pt x="351643" y="375656"/>
                </a:lnTo>
                <a:close/>
              </a:path>
              <a:path w="375284" h="377190">
                <a:moveTo>
                  <a:pt x="260829" y="110508"/>
                </a:moveTo>
                <a:lnTo>
                  <a:pt x="270123" y="101193"/>
                </a:lnTo>
                <a:lnTo>
                  <a:pt x="258501" y="98293"/>
                </a:lnTo>
                <a:lnTo>
                  <a:pt x="260829" y="110508"/>
                </a:lnTo>
                <a:close/>
              </a:path>
              <a:path w="375284" h="377190">
                <a:moveTo>
                  <a:pt x="372562" y="351026"/>
                </a:moveTo>
                <a:lnTo>
                  <a:pt x="356618" y="306576"/>
                </a:lnTo>
                <a:lnTo>
                  <a:pt x="340907" y="261548"/>
                </a:lnTo>
                <a:lnTo>
                  <a:pt x="326186" y="216530"/>
                </a:lnTo>
                <a:lnTo>
                  <a:pt x="312927" y="171306"/>
                </a:lnTo>
                <a:lnTo>
                  <a:pt x="301672" y="125860"/>
                </a:lnTo>
                <a:lnTo>
                  <a:pt x="292963" y="80179"/>
                </a:lnTo>
                <a:lnTo>
                  <a:pt x="274561" y="83095"/>
                </a:lnTo>
                <a:lnTo>
                  <a:pt x="270123" y="101193"/>
                </a:lnTo>
                <a:lnTo>
                  <a:pt x="260829" y="110508"/>
                </a:lnTo>
                <a:lnTo>
                  <a:pt x="265248" y="133695"/>
                </a:lnTo>
                <a:lnTo>
                  <a:pt x="276937" y="180932"/>
                </a:lnTo>
                <a:lnTo>
                  <a:pt x="290616" y="227632"/>
                </a:lnTo>
                <a:lnTo>
                  <a:pt x="305677" y="273708"/>
                </a:lnTo>
                <a:lnTo>
                  <a:pt x="321507" y="319073"/>
                </a:lnTo>
                <a:lnTo>
                  <a:pt x="358417" y="339007"/>
                </a:lnTo>
                <a:lnTo>
                  <a:pt x="355030" y="357332"/>
                </a:lnTo>
                <a:lnTo>
                  <a:pt x="372562" y="351026"/>
                </a:lnTo>
                <a:close/>
              </a:path>
              <a:path w="375284" h="377190">
                <a:moveTo>
                  <a:pt x="355030" y="357332"/>
                </a:moveTo>
                <a:lnTo>
                  <a:pt x="358417" y="339007"/>
                </a:lnTo>
                <a:lnTo>
                  <a:pt x="326397" y="332700"/>
                </a:lnTo>
                <a:lnTo>
                  <a:pt x="337498" y="363637"/>
                </a:lnTo>
                <a:lnTo>
                  <a:pt x="355030" y="357332"/>
                </a:lnTo>
                <a:close/>
              </a:path>
              <a:path w="375284" h="377190">
                <a:moveTo>
                  <a:pt x="364910" y="374482"/>
                </a:moveTo>
                <a:lnTo>
                  <a:pt x="373548" y="364311"/>
                </a:lnTo>
                <a:lnTo>
                  <a:pt x="374819" y="357304"/>
                </a:lnTo>
                <a:lnTo>
                  <a:pt x="372562" y="351026"/>
                </a:lnTo>
                <a:lnTo>
                  <a:pt x="355030" y="357332"/>
                </a:lnTo>
                <a:lnTo>
                  <a:pt x="351643" y="375656"/>
                </a:lnTo>
                <a:lnTo>
                  <a:pt x="358203" y="376869"/>
                </a:lnTo>
                <a:lnTo>
                  <a:pt x="364910" y="374482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82039" y="7630099"/>
            <a:ext cx="763270" cy="764540"/>
          </a:xfrm>
          <a:custGeom>
            <a:avLst/>
            <a:gdLst/>
            <a:ahLst/>
            <a:cxnLst/>
            <a:rect l="l" t="t" r="r" b="b"/>
            <a:pathLst>
              <a:path w="763270" h="764540">
                <a:moveTo>
                  <a:pt x="334976" y="648566"/>
                </a:moveTo>
                <a:lnTo>
                  <a:pt x="318716" y="657666"/>
                </a:lnTo>
                <a:lnTo>
                  <a:pt x="330655" y="671971"/>
                </a:lnTo>
                <a:lnTo>
                  <a:pt x="313496" y="683094"/>
                </a:lnTo>
                <a:lnTo>
                  <a:pt x="313679" y="683094"/>
                </a:lnTo>
                <a:lnTo>
                  <a:pt x="326909" y="702341"/>
                </a:lnTo>
                <a:lnTo>
                  <a:pt x="355150" y="729550"/>
                </a:lnTo>
                <a:lnTo>
                  <a:pt x="386426" y="748696"/>
                </a:lnTo>
                <a:lnTo>
                  <a:pt x="419986" y="760086"/>
                </a:lnTo>
                <a:lnTo>
                  <a:pt x="454327" y="764004"/>
                </a:lnTo>
                <a:lnTo>
                  <a:pt x="488618" y="761130"/>
                </a:lnTo>
                <a:lnTo>
                  <a:pt x="522067" y="752134"/>
                </a:lnTo>
                <a:lnTo>
                  <a:pt x="553883" y="737685"/>
                </a:lnTo>
                <a:lnTo>
                  <a:pt x="569900" y="726623"/>
                </a:lnTo>
                <a:lnTo>
                  <a:pt x="454780" y="726734"/>
                </a:lnTo>
                <a:lnTo>
                  <a:pt x="428028" y="723698"/>
                </a:lnTo>
                <a:lnTo>
                  <a:pt x="402442" y="715040"/>
                </a:lnTo>
                <a:lnTo>
                  <a:pt x="377953" y="700075"/>
                </a:lnTo>
                <a:lnTo>
                  <a:pt x="355238" y="678138"/>
                </a:lnTo>
                <a:lnTo>
                  <a:pt x="334976" y="648566"/>
                </a:lnTo>
                <a:close/>
              </a:path>
              <a:path w="763270" h="764540">
                <a:moveTo>
                  <a:pt x="650238" y="490235"/>
                </a:moveTo>
                <a:lnTo>
                  <a:pt x="632209" y="494938"/>
                </a:lnTo>
                <a:lnTo>
                  <a:pt x="637771" y="547142"/>
                </a:lnTo>
                <a:lnTo>
                  <a:pt x="628391" y="596116"/>
                </a:lnTo>
                <a:lnTo>
                  <a:pt x="606835" y="639523"/>
                </a:lnTo>
                <a:lnTo>
                  <a:pt x="574919" y="676933"/>
                </a:lnTo>
                <a:lnTo>
                  <a:pt x="535885" y="705054"/>
                </a:lnTo>
                <a:lnTo>
                  <a:pt x="482099" y="724439"/>
                </a:lnTo>
                <a:lnTo>
                  <a:pt x="454780" y="726734"/>
                </a:lnTo>
                <a:lnTo>
                  <a:pt x="569900" y="726623"/>
                </a:lnTo>
                <a:lnTo>
                  <a:pt x="626019" y="676468"/>
                </a:lnTo>
                <a:lnTo>
                  <a:pt x="652227" y="635463"/>
                </a:lnTo>
                <a:lnTo>
                  <a:pt x="669289" y="589158"/>
                </a:lnTo>
                <a:lnTo>
                  <a:pt x="675279" y="538773"/>
                </a:lnTo>
                <a:lnTo>
                  <a:pt x="671008" y="506338"/>
                </a:lnTo>
                <a:lnTo>
                  <a:pt x="659594" y="506349"/>
                </a:lnTo>
                <a:lnTo>
                  <a:pt x="650238" y="490235"/>
                </a:lnTo>
                <a:close/>
              </a:path>
              <a:path w="763270" h="764540">
                <a:moveTo>
                  <a:pt x="40665" y="404528"/>
                </a:moveTo>
                <a:lnTo>
                  <a:pt x="12877" y="453835"/>
                </a:lnTo>
                <a:lnTo>
                  <a:pt x="0" y="502918"/>
                </a:lnTo>
                <a:lnTo>
                  <a:pt x="33" y="506986"/>
                </a:lnTo>
                <a:lnTo>
                  <a:pt x="162" y="522450"/>
                </a:lnTo>
                <a:lnTo>
                  <a:pt x="12420" y="594680"/>
                </a:lnTo>
                <a:lnTo>
                  <a:pt x="34439" y="634496"/>
                </a:lnTo>
                <a:lnTo>
                  <a:pt x="64810" y="668358"/>
                </a:lnTo>
                <a:lnTo>
                  <a:pt x="101777" y="694813"/>
                </a:lnTo>
                <a:lnTo>
                  <a:pt x="143920" y="712767"/>
                </a:lnTo>
                <a:lnTo>
                  <a:pt x="189559" y="720840"/>
                </a:lnTo>
                <a:lnTo>
                  <a:pt x="237014" y="717651"/>
                </a:lnTo>
                <a:lnTo>
                  <a:pt x="284606" y="701822"/>
                </a:lnTo>
                <a:lnTo>
                  <a:pt x="313496" y="683094"/>
                </a:lnTo>
                <a:lnTo>
                  <a:pt x="214751" y="683189"/>
                </a:lnTo>
                <a:lnTo>
                  <a:pt x="169076" y="680743"/>
                </a:lnTo>
                <a:lnTo>
                  <a:pt x="126626" y="665909"/>
                </a:lnTo>
                <a:lnTo>
                  <a:pt x="89653" y="640580"/>
                </a:lnTo>
                <a:lnTo>
                  <a:pt x="60736" y="607015"/>
                </a:lnTo>
                <a:lnTo>
                  <a:pt x="42067" y="567027"/>
                </a:lnTo>
                <a:lnTo>
                  <a:pt x="35967" y="522415"/>
                </a:lnTo>
                <a:lnTo>
                  <a:pt x="44753" y="474981"/>
                </a:lnTo>
                <a:lnTo>
                  <a:pt x="70745" y="426527"/>
                </a:lnTo>
                <a:lnTo>
                  <a:pt x="40665" y="404528"/>
                </a:lnTo>
                <a:close/>
              </a:path>
              <a:path w="763270" h="764540">
                <a:moveTo>
                  <a:pt x="306777" y="643360"/>
                </a:moveTo>
                <a:lnTo>
                  <a:pt x="261401" y="671359"/>
                </a:lnTo>
                <a:lnTo>
                  <a:pt x="214751" y="683189"/>
                </a:lnTo>
                <a:lnTo>
                  <a:pt x="313679" y="683094"/>
                </a:lnTo>
                <a:lnTo>
                  <a:pt x="302456" y="666765"/>
                </a:lnTo>
                <a:lnTo>
                  <a:pt x="318716" y="657666"/>
                </a:lnTo>
                <a:lnTo>
                  <a:pt x="306777" y="643360"/>
                </a:lnTo>
                <a:close/>
              </a:path>
              <a:path w="763270" h="764540">
                <a:moveTo>
                  <a:pt x="318716" y="657666"/>
                </a:moveTo>
                <a:lnTo>
                  <a:pt x="302456" y="666765"/>
                </a:lnTo>
                <a:lnTo>
                  <a:pt x="313679" y="683094"/>
                </a:lnTo>
                <a:lnTo>
                  <a:pt x="313496" y="683094"/>
                </a:lnTo>
                <a:lnTo>
                  <a:pt x="330655" y="671971"/>
                </a:lnTo>
                <a:lnTo>
                  <a:pt x="318716" y="657666"/>
                </a:lnTo>
                <a:close/>
              </a:path>
              <a:path w="763270" h="764540">
                <a:moveTo>
                  <a:pt x="316648" y="638336"/>
                </a:moveTo>
                <a:lnTo>
                  <a:pt x="311032" y="639809"/>
                </a:lnTo>
                <a:lnTo>
                  <a:pt x="306777" y="643360"/>
                </a:lnTo>
                <a:lnTo>
                  <a:pt x="318716" y="657666"/>
                </a:lnTo>
                <a:lnTo>
                  <a:pt x="334976" y="648566"/>
                </a:lnTo>
                <a:lnTo>
                  <a:pt x="332269" y="643729"/>
                </a:lnTo>
                <a:lnTo>
                  <a:pt x="327552" y="640350"/>
                </a:lnTo>
                <a:lnTo>
                  <a:pt x="316648" y="638336"/>
                </a:lnTo>
                <a:close/>
              </a:path>
              <a:path w="763270" h="764540">
                <a:moveTo>
                  <a:pt x="668268" y="485532"/>
                </a:moveTo>
                <a:lnTo>
                  <a:pt x="650238" y="490235"/>
                </a:lnTo>
                <a:lnTo>
                  <a:pt x="659594" y="506349"/>
                </a:lnTo>
                <a:lnTo>
                  <a:pt x="669989" y="498600"/>
                </a:lnTo>
                <a:lnTo>
                  <a:pt x="668268" y="485532"/>
                </a:lnTo>
                <a:close/>
              </a:path>
              <a:path w="763270" h="764540">
                <a:moveTo>
                  <a:pt x="669989" y="498600"/>
                </a:moveTo>
                <a:lnTo>
                  <a:pt x="659594" y="506349"/>
                </a:lnTo>
                <a:lnTo>
                  <a:pt x="671008" y="506338"/>
                </a:lnTo>
                <a:lnTo>
                  <a:pt x="669989" y="498600"/>
                </a:lnTo>
                <a:close/>
              </a:path>
              <a:path w="763270" h="764540">
                <a:moveTo>
                  <a:pt x="687545" y="485513"/>
                </a:moveTo>
                <a:lnTo>
                  <a:pt x="668268" y="485532"/>
                </a:lnTo>
                <a:lnTo>
                  <a:pt x="669989" y="498600"/>
                </a:lnTo>
                <a:lnTo>
                  <a:pt x="687545" y="485513"/>
                </a:lnTo>
                <a:close/>
              </a:path>
              <a:path w="763270" h="764540">
                <a:moveTo>
                  <a:pt x="640883" y="474121"/>
                </a:moveTo>
                <a:lnTo>
                  <a:pt x="633644" y="478324"/>
                </a:lnTo>
                <a:lnTo>
                  <a:pt x="630096" y="486838"/>
                </a:lnTo>
                <a:lnTo>
                  <a:pt x="632209" y="494938"/>
                </a:lnTo>
                <a:lnTo>
                  <a:pt x="650238" y="490235"/>
                </a:lnTo>
                <a:lnTo>
                  <a:pt x="640883" y="474121"/>
                </a:lnTo>
                <a:close/>
              </a:path>
              <a:path w="763270" h="764540">
                <a:moveTo>
                  <a:pt x="686244" y="149263"/>
                </a:moveTo>
                <a:lnTo>
                  <a:pt x="581112" y="149365"/>
                </a:lnTo>
                <a:lnTo>
                  <a:pt x="610644" y="152141"/>
                </a:lnTo>
                <a:lnTo>
                  <a:pt x="636898" y="161192"/>
                </a:lnTo>
                <a:lnTo>
                  <a:pt x="681056" y="195721"/>
                </a:lnTo>
                <a:lnTo>
                  <a:pt x="711551" y="247290"/>
                </a:lnTo>
                <a:lnTo>
                  <a:pt x="722727" y="287838"/>
                </a:lnTo>
                <a:lnTo>
                  <a:pt x="725409" y="329674"/>
                </a:lnTo>
                <a:lnTo>
                  <a:pt x="725430" y="329993"/>
                </a:lnTo>
                <a:lnTo>
                  <a:pt x="719127" y="371728"/>
                </a:lnTo>
                <a:lnTo>
                  <a:pt x="703289" y="411014"/>
                </a:lnTo>
                <a:lnTo>
                  <a:pt x="677385" y="445821"/>
                </a:lnTo>
                <a:lnTo>
                  <a:pt x="640883" y="474121"/>
                </a:lnTo>
                <a:lnTo>
                  <a:pt x="650238" y="490235"/>
                </a:lnTo>
                <a:lnTo>
                  <a:pt x="668268" y="485532"/>
                </a:lnTo>
                <a:lnTo>
                  <a:pt x="687545" y="485513"/>
                </a:lnTo>
                <a:lnTo>
                  <a:pt x="698969" y="476998"/>
                </a:lnTo>
                <a:lnTo>
                  <a:pt x="728396" y="441742"/>
                </a:lnTo>
                <a:lnTo>
                  <a:pt x="748446" y="402207"/>
                </a:lnTo>
                <a:lnTo>
                  <a:pt x="759688" y="360015"/>
                </a:lnTo>
                <a:lnTo>
                  <a:pt x="762692" y="316792"/>
                </a:lnTo>
                <a:lnTo>
                  <a:pt x="758029" y="274162"/>
                </a:lnTo>
                <a:lnTo>
                  <a:pt x="746270" y="233749"/>
                </a:lnTo>
                <a:lnTo>
                  <a:pt x="730334" y="200891"/>
                </a:lnTo>
                <a:lnTo>
                  <a:pt x="709331" y="171447"/>
                </a:lnTo>
                <a:lnTo>
                  <a:pt x="686244" y="149263"/>
                </a:lnTo>
                <a:close/>
              </a:path>
              <a:path w="763270" h="764540">
                <a:moveTo>
                  <a:pt x="112643" y="338584"/>
                </a:moveTo>
                <a:lnTo>
                  <a:pt x="101938" y="345059"/>
                </a:lnTo>
                <a:lnTo>
                  <a:pt x="79471" y="362335"/>
                </a:lnTo>
                <a:lnTo>
                  <a:pt x="59039" y="382138"/>
                </a:lnTo>
                <a:lnTo>
                  <a:pt x="40669" y="404528"/>
                </a:lnTo>
                <a:lnTo>
                  <a:pt x="70749" y="426527"/>
                </a:lnTo>
                <a:lnTo>
                  <a:pt x="86415" y="407423"/>
                </a:lnTo>
                <a:lnTo>
                  <a:pt x="103830" y="390538"/>
                </a:lnTo>
                <a:lnTo>
                  <a:pt x="123006" y="375799"/>
                </a:lnTo>
                <a:lnTo>
                  <a:pt x="143959" y="363132"/>
                </a:lnTo>
                <a:lnTo>
                  <a:pt x="138757" y="353382"/>
                </a:lnTo>
                <a:lnTo>
                  <a:pt x="117805" y="353402"/>
                </a:lnTo>
                <a:lnTo>
                  <a:pt x="112643" y="338584"/>
                </a:lnTo>
                <a:close/>
              </a:path>
              <a:path w="763270" h="764540">
                <a:moveTo>
                  <a:pt x="152571" y="339982"/>
                </a:moveTo>
                <a:lnTo>
                  <a:pt x="135192" y="346700"/>
                </a:lnTo>
                <a:lnTo>
                  <a:pt x="143959" y="363132"/>
                </a:lnTo>
                <a:lnTo>
                  <a:pt x="149286" y="358880"/>
                </a:lnTo>
                <a:lnTo>
                  <a:pt x="152545" y="353369"/>
                </a:lnTo>
                <a:lnTo>
                  <a:pt x="152652" y="353189"/>
                </a:lnTo>
                <a:lnTo>
                  <a:pt x="153824" y="346682"/>
                </a:lnTo>
                <a:lnTo>
                  <a:pt x="152571" y="339982"/>
                </a:lnTo>
                <a:close/>
              </a:path>
              <a:path w="763270" h="764540">
                <a:moveTo>
                  <a:pt x="126418" y="330252"/>
                </a:moveTo>
                <a:lnTo>
                  <a:pt x="112643" y="338584"/>
                </a:lnTo>
                <a:lnTo>
                  <a:pt x="117743" y="353223"/>
                </a:lnTo>
                <a:lnTo>
                  <a:pt x="117805" y="353402"/>
                </a:lnTo>
                <a:lnTo>
                  <a:pt x="135169" y="346700"/>
                </a:lnTo>
                <a:lnTo>
                  <a:pt x="134300" y="345028"/>
                </a:lnTo>
                <a:lnTo>
                  <a:pt x="126418" y="330252"/>
                </a:lnTo>
                <a:close/>
              </a:path>
              <a:path w="763270" h="764540">
                <a:moveTo>
                  <a:pt x="135192" y="346700"/>
                </a:moveTo>
                <a:lnTo>
                  <a:pt x="117805" y="353402"/>
                </a:lnTo>
                <a:lnTo>
                  <a:pt x="138757" y="353382"/>
                </a:lnTo>
                <a:lnTo>
                  <a:pt x="135192" y="346700"/>
                </a:lnTo>
                <a:close/>
              </a:path>
              <a:path w="763270" h="764540">
                <a:moveTo>
                  <a:pt x="149177" y="330230"/>
                </a:moveTo>
                <a:lnTo>
                  <a:pt x="126418" y="330252"/>
                </a:lnTo>
                <a:lnTo>
                  <a:pt x="135192" y="346700"/>
                </a:lnTo>
                <a:lnTo>
                  <a:pt x="152571" y="339982"/>
                </a:lnTo>
                <a:lnTo>
                  <a:pt x="149288" y="330550"/>
                </a:lnTo>
                <a:lnTo>
                  <a:pt x="149177" y="330230"/>
                </a:lnTo>
                <a:close/>
              </a:path>
              <a:path w="763270" h="764540">
                <a:moveTo>
                  <a:pt x="96500" y="182517"/>
                </a:moveTo>
                <a:lnTo>
                  <a:pt x="90456" y="227499"/>
                </a:lnTo>
                <a:lnTo>
                  <a:pt x="93857" y="271350"/>
                </a:lnTo>
                <a:lnTo>
                  <a:pt x="103906" y="313505"/>
                </a:lnTo>
                <a:lnTo>
                  <a:pt x="112643" y="338584"/>
                </a:lnTo>
                <a:lnTo>
                  <a:pt x="126418" y="330252"/>
                </a:lnTo>
                <a:lnTo>
                  <a:pt x="149177" y="330230"/>
                </a:lnTo>
                <a:lnTo>
                  <a:pt x="139502" y="302428"/>
                </a:lnTo>
                <a:lnTo>
                  <a:pt x="130614" y="265209"/>
                </a:lnTo>
                <a:lnTo>
                  <a:pt x="127708" y="228337"/>
                </a:lnTo>
                <a:lnTo>
                  <a:pt x="132585" y="191824"/>
                </a:lnTo>
                <a:lnTo>
                  <a:pt x="96500" y="182517"/>
                </a:lnTo>
                <a:close/>
              </a:path>
              <a:path w="763270" h="764540">
                <a:moveTo>
                  <a:pt x="339421" y="0"/>
                </a:moveTo>
                <a:lnTo>
                  <a:pt x="293109" y="2769"/>
                </a:lnTo>
                <a:lnTo>
                  <a:pt x="248319" y="15970"/>
                </a:lnTo>
                <a:lnTo>
                  <a:pt x="206705" y="37706"/>
                </a:lnTo>
                <a:lnTo>
                  <a:pt x="169386" y="66481"/>
                </a:lnTo>
                <a:lnTo>
                  <a:pt x="137457" y="101149"/>
                </a:lnTo>
                <a:lnTo>
                  <a:pt x="112601" y="140298"/>
                </a:lnTo>
                <a:lnTo>
                  <a:pt x="96502" y="182517"/>
                </a:lnTo>
                <a:lnTo>
                  <a:pt x="132587" y="191824"/>
                </a:lnTo>
                <a:lnTo>
                  <a:pt x="145944" y="156958"/>
                </a:lnTo>
                <a:lnTo>
                  <a:pt x="166959" y="123917"/>
                </a:lnTo>
                <a:lnTo>
                  <a:pt x="194355" y="94137"/>
                </a:lnTo>
                <a:lnTo>
                  <a:pt x="226854" y="69055"/>
                </a:lnTo>
                <a:lnTo>
                  <a:pt x="262595" y="50372"/>
                </a:lnTo>
                <a:lnTo>
                  <a:pt x="299736" y="39441"/>
                </a:lnTo>
                <a:lnTo>
                  <a:pt x="375684" y="37174"/>
                </a:lnTo>
                <a:lnTo>
                  <a:pt x="385598" y="9561"/>
                </a:lnTo>
                <a:lnTo>
                  <a:pt x="339421" y="0"/>
                </a:lnTo>
                <a:close/>
              </a:path>
              <a:path w="763270" h="764540">
                <a:moveTo>
                  <a:pt x="504700" y="150378"/>
                </a:moveTo>
                <a:lnTo>
                  <a:pt x="487959" y="158559"/>
                </a:lnTo>
                <a:lnTo>
                  <a:pt x="492433" y="164410"/>
                </a:lnTo>
                <a:lnTo>
                  <a:pt x="498586" y="167979"/>
                </a:lnTo>
                <a:lnTo>
                  <a:pt x="505626" y="168992"/>
                </a:lnTo>
                <a:lnTo>
                  <a:pt x="512764" y="167175"/>
                </a:lnTo>
                <a:lnTo>
                  <a:pt x="504700" y="150378"/>
                </a:lnTo>
                <a:close/>
              </a:path>
              <a:path w="763270" h="764540">
                <a:moveTo>
                  <a:pt x="580217" y="112109"/>
                </a:moveTo>
                <a:lnTo>
                  <a:pt x="539536" y="117820"/>
                </a:lnTo>
                <a:lnTo>
                  <a:pt x="513270" y="127469"/>
                </a:lnTo>
                <a:lnTo>
                  <a:pt x="521440" y="142196"/>
                </a:lnTo>
                <a:lnTo>
                  <a:pt x="504700" y="150378"/>
                </a:lnTo>
                <a:lnTo>
                  <a:pt x="512764" y="167175"/>
                </a:lnTo>
                <a:lnTo>
                  <a:pt x="548439" y="153998"/>
                </a:lnTo>
                <a:lnTo>
                  <a:pt x="581112" y="149365"/>
                </a:lnTo>
                <a:lnTo>
                  <a:pt x="686244" y="149263"/>
                </a:lnTo>
                <a:lnTo>
                  <a:pt x="683491" y="146618"/>
                </a:lnTo>
                <a:lnTo>
                  <a:pt x="653043" y="127604"/>
                </a:lnTo>
                <a:lnTo>
                  <a:pt x="618209" y="115641"/>
                </a:lnTo>
                <a:lnTo>
                  <a:pt x="580217" y="112109"/>
                </a:lnTo>
                <a:close/>
              </a:path>
              <a:path w="763270" h="764540">
                <a:moveTo>
                  <a:pt x="385599" y="9561"/>
                </a:moveTo>
                <a:lnTo>
                  <a:pt x="373006" y="44634"/>
                </a:lnTo>
                <a:lnTo>
                  <a:pt x="411580" y="63116"/>
                </a:lnTo>
                <a:lnTo>
                  <a:pt x="441724" y="87713"/>
                </a:lnTo>
                <a:lnTo>
                  <a:pt x="466247" y="119252"/>
                </a:lnTo>
                <a:lnTo>
                  <a:pt x="487959" y="158559"/>
                </a:lnTo>
                <a:lnTo>
                  <a:pt x="504699" y="150378"/>
                </a:lnTo>
                <a:lnTo>
                  <a:pt x="496635" y="133581"/>
                </a:lnTo>
                <a:lnTo>
                  <a:pt x="513270" y="127469"/>
                </a:lnTo>
                <a:lnTo>
                  <a:pt x="497241" y="98576"/>
                </a:lnTo>
                <a:lnTo>
                  <a:pt x="468589" y="61886"/>
                </a:lnTo>
                <a:lnTo>
                  <a:pt x="432402" y="32192"/>
                </a:lnTo>
                <a:lnTo>
                  <a:pt x="385599" y="9561"/>
                </a:lnTo>
                <a:close/>
              </a:path>
              <a:path w="763270" h="764540">
                <a:moveTo>
                  <a:pt x="513270" y="127469"/>
                </a:moveTo>
                <a:lnTo>
                  <a:pt x="496635" y="133581"/>
                </a:lnTo>
                <a:lnTo>
                  <a:pt x="504700" y="150378"/>
                </a:lnTo>
                <a:lnTo>
                  <a:pt x="521440" y="142196"/>
                </a:lnTo>
                <a:lnTo>
                  <a:pt x="513270" y="127469"/>
                </a:lnTo>
                <a:close/>
              </a:path>
              <a:path w="763270" h="764540">
                <a:moveTo>
                  <a:pt x="375684" y="37174"/>
                </a:moveTo>
                <a:lnTo>
                  <a:pt x="336973" y="37211"/>
                </a:lnTo>
                <a:lnTo>
                  <a:pt x="373006" y="44634"/>
                </a:lnTo>
                <a:lnTo>
                  <a:pt x="375684" y="37174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033333" y="4040523"/>
            <a:ext cx="1076861" cy="15091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8909" y="5790744"/>
            <a:ext cx="2819239" cy="283496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4053439" y="2456470"/>
            <a:ext cx="1297940" cy="1104265"/>
          </a:xfrm>
          <a:custGeom>
            <a:avLst/>
            <a:gdLst/>
            <a:ahLst/>
            <a:cxnLst/>
            <a:rect l="l" t="t" r="r" b="b"/>
            <a:pathLst>
              <a:path w="1297940" h="1104264">
                <a:moveTo>
                  <a:pt x="487184" y="90031"/>
                </a:moveTo>
                <a:lnTo>
                  <a:pt x="493806" y="82809"/>
                </a:lnTo>
                <a:lnTo>
                  <a:pt x="518596" y="63155"/>
                </a:lnTo>
                <a:lnTo>
                  <a:pt x="504497" y="56260"/>
                </a:lnTo>
                <a:lnTo>
                  <a:pt x="454807" y="43325"/>
                </a:lnTo>
                <a:lnTo>
                  <a:pt x="403517" y="40028"/>
                </a:lnTo>
                <a:lnTo>
                  <a:pt x="352167" y="44637"/>
                </a:lnTo>
                <a:lnTo>
                  <a:pt x="303151" y="56509"/>
                </a:lnTo>
                <a:lnTo>
                  <a:pt x="258205" y="72548"/>
                </a:lnTo>
                <a:lnTo>
                  <a:pt x="272600" y="102869"/>
                </a:lnTo>
                <a:lnTo>
                  <a:pt x="314131" y="91695"/>
                </a:lnTo>
                <a:lnTo>
                  <a:pt x="357909" y="81232"/>
                </a:lnTo>
                <a:lnTo>
                  <a:pt x="403959" y="78048"/>
                </a:lnTo>
                <a:lnTo>
                  <a:pt x="449325" y="80310"/>
                </a:lnTo>
                <a:lnTo>
                  <a:pt x="487184" y="90031"/>
                </a:lnTo>
                <a:close/>
              </a:path>
              <a:path w="1297940" h="1104264">
                <a:moveTo>
                  <a:pt x="38267" y="514433"/>
                </a:moveTo>
                <a:lnTo>
                  <a:pt x="36983" y="464802"/>
                </a:lnTo>
                <a:lnTo>
                  <a:pt x="40965" y="419015"/>
                </a:lnTo>
                <a:lnTo>
                  <a:pt x="49112" y="373423"/>
                </a:lnTo>
                <a:lnTo>
                  <a:pt x="62302" y="331735"/>
                </a:lnTo>
                <a:lnTo>
                  <a:pt x="79434" y="290301"/>
                </a:lnTo>
                <a:lnTo>
                  <a:pt x="101386" y="252831"/>
                </a:lnTo>
                <a:lnTo>
                  <a:pt x="127716" y="218129"/>
                </a:lnTo>
                <a:lnTo>
                  <a:pt x="157983" y="184997"/>
                </a:lnTo>
                <a:lnTo>
                  <a:pt x="192736" y="155920"/>
                </a:lnTo>
                <a:lnTo>
                  <a:pt x="231532" y="129700"/>
                </a:lnTo>
                <a:lnTo>
                  <a:pt x="274256" y="106358"/>
                </a:lnTo>
                <a:lnTo>
                  <a:pt x="266396" y="90071"/>
                </a:lnTo>
                <a:lnTo>
                  <a:pt x="263665" y="84230"/>
                </a:lnTo>
                <a:lnTo>
                  <a:pt x="260971" y="78379"/>
                </a:lnTo>
                <a:lnTo>
                  <a:pt x="258292" y="72738"/>
                </a:lnTo>
                <a:lnTo>
                  <a:pt x="211853" y="98170"/>
                </a:lnTo>
                <a:lnTo>
                  <a:pt x="169638" y="126625"/>
                </a:lnTo>
                <a:lnTo>
                  <a:pt x="132020" y="159103"/>
                </a:lnTo>
                <a:lnTo>
                  <a:pt x="98801" y="194344"/>
                </a:lnTo>
                <a:lnTo>
                  <a:pt x="70116" y="232310"/>
                </a:lnTo>
                <a:lnTo>
                  <a:pt x="46426" y="274193"/>
                </a:lnTo>
                <a:lnTo>
                  <a:pt x="27206" y="317504"/>
                </a:lnTo>
                <a:lnTo>
                  <a:pt x="13247" y="364660"/>
                </a:lnTo>
                <a:lnTo>
                  <a:pt x="4024" y="413172"/>
                </a:lnTo>
                <a:lnTo>
                  <a:pt x="0" y="464231"/>
                </a:lnTo>
                <a:lnTo>
                  <a:pt x="977" y="516575"/>
                </a:lnTo>
                <a:lnTo>
                  <a:pt x="38267" y="514433"/>
                </a:lnTo>
                <a:close/>
              </a:path>
              <a:path w="1297940" h="1104264">
                <a:moveTo>
                  <a:pt x="274256" y="106358"/>
                </a:moveTo>
                <a:lnTo>
                  <a:pt x="314131" y="91695"/>
                </a:lnTo>
                <a:lnTo>
                  <a:pt x="272600" y="102869"/>
                </a:lnTo>
                <a:lnTo>
                  <a:pt x="274177" y="106191"/>
                </a:lnTo>
                <a:lnTo>
                  <a:pt x="274256" y="106358"/>
                </a:lnTo>
                <a:close/>
              </a:path>
              <a:path w="1297940" h="1104264">
                <a:moveTo>
                  <a:pt x="876596" y="74513"/>
                </a:moveTo>
                <a:lnTo>
                  <a:pt x="848820" y="22803"/>
                </a:lnTo>
                <a:lnTo>
                  <a:pt x="802689" y="8912"/>
                </a:lnTo>
                <a:lnTo>
                  <a:pt x="755890" y="1775"/>
                </a:lnTo>
                <a:lnTo>
                  <a:pt x="708719" y="0"/>
                </a:lnTo>
                <a:lnTo>
                  <a:pt x="661802" y="3416"/>
                </a:lnTo>
                <a:lnTo>
                  <a:pt x="616095" y="13083"/>
                </a:lnTo>
                <a:lnTo>
                  <a:pt x="572552" y="30059"/>
                </a:lnTo>
                <a:lnTo>
                  <a:pt x="531471" y="52948"/>
                </a:lnTo>
                <a:lnTo>
                  <a:pt x="518596" y="63155"/>
                </a:lnTo>
                <a:lnTo>
                  <a:pt x="539191" y="73229"/>
                </a:lnTo>
                <a:lnTo>
                  <a:pt x="644728" y="44834"/>
                </a:lnTo>
                <a:lnTo>
                  <a:pt x="690580" y="37759"/>
                </a:lnTo>
                <a:lnTo>
                  <a:pt x="737454" y="36984"/>
                </a:lnTo>
                <a:lnTo>
                  <a:pt x="784589" y="42715"/>
                </a:lnTo>
                <a:lnTo>
                  <a:pt x="831224" y="55156"/>
                </a:lnTo>
                <a:lnTo>
                  <a:pt x="876596" y="74513"/>
                </a:lnTo>
                <a:close/>
              </a:path>
              <a:path w="1297940" h="1104264">
                <a:moveTo>
                  <a:pt x="523052" y="106137"/>
                </a:moveTo>
                <a:lnTo>
                  <a:pt x="554881" y="83083"/>
                </a:lnTo>
                <a:lnTo>
                  <a:pt x="549600" y="78319"/>
                </a:lnTo>
                <a:lnTo>
                  <a:pt x="518596" y="63155"/>
                </a:lnTo>
                <a:lnTo>
                  <a:pt x="493806" y="82809"/>
                </a:lnTo>
                <a:lnTo>
                  <a:pt x="487184" y="90031"/>
                </a:lnTo>
                <a:lnTo>
                  <a:pt x="491845" y="91228"/>
                </a:lnTo>
                <a:lnTo>
                  <a:pt x="523052" y="106137"/>
                </a:lnTo>
                <a:close/>
              </a:path>
              <a:path w="1297940" h="1104264">
                <a:moveTo>
                  <a:pt x="554881" y="83083"/>
                </a:moveTo>
                <a:lnTo>
                  <a:pt x="559799" y="79521"/>
                </a:lnTo>
                <a:lnTo>
                  <a:pt x="600661" y="58006"/>
                </a:lnTo>
                <a:lnTo>
                  <a:pt x="644728" y="44834"/>
                </a:lnTo>
                <a:lnTo>
                  <a:pt x="539191" y="73229"/>
                </a:lnTo>
                <a:lnTo>
                  <a:pt x="549600" y="78319"/>
                </a:lnTo>
                <a:lnTo>
                  <a:pt x="554881" y="83083"/>
                </a:lnTo>
                <a:close/>
              </a:path>
              <a:path w="1297940" h="1104264">
                <a:moveTo>
                  <a:pt x="489419" y="141856"/>
                </a:moveTo>
                <a:lnTo>
                  <a:pt x="522245" y="106722"/>
                </a:lnTo>
                <a:lnTo>
                  <a:pt x="523052" y="106137"/>
                </a:lnTo>
                <a:lnTo>
                  <a:pt x="491845" y="91228"/>
                </a:lnTo>
                <a:lnTo>
                  <a:pt x="487184" y="90031"/>
                </a:lnTo>
                <a:lnTo>
                  <a:pt x="460185" y="119473"/>
                </a:lnTo>
                <a:lnTo>
                  <a:pt x="489419" y="141856"/>
                </a:lnTo>
                <a:close/>
              </a:path>
              <a:path w="1297940" h="1104264">
                <a:moveTo>
                  <a:pt x="581031" y="172446"/>
                </a:moveTo>
                <a:lnTo>
                  <a:pt x="598214" y="165192"/>
                </a:lnTo>
                <a:lnTo>
                  <a:pt x="615727" y="159165"/>
                </a:lnTo>
                <a:lnTo>
                  <a:pt x="587783" y="112762"/>
                </a:lnTo>
                <a:lnTo>
                  <a:pt x="554881" y="83083"/>
                </a:lnTo>
                <a:lnTo>
                  <a:pt x="523052" y="106137"/>
                </a:lnTo>
                <a:lnTo>
                  <a:pt x="528827" y="108896"/>
                </a:lnTo>
                <a:lnTo>
                  <a:pt x="559232" y="136225"/>
                </a:lnTo>
                <a:lnTo>
                  <a:pt x="581031" y="172446"/>
                </a:lnTo>
                <a:close/>
              </a:path>
              <a:path w="1297940" h="1104264">
                <a:moveTo>
                  <a:pt x="414850" y="328944"/>
                </a:moveTo>
                <a:lnTo>
                  <a:pt x="446811" y="309824"/>
                </a:lnTo>
                <a:lnTo>
                  <a:pt x="439697" y="292011"/>
                </a:lnTo>
                <a:lnTo>
                  <a:pt x="437592" y="272850"/>
                </a:lnTo>
                <a:lnTo>
                  <a:pt x="445310" y="226058"/>
                </a:lnTo>
                <a:lnTo>
                  <a:pt x="465343" y="179898"/>
                </a:lnTo>
                <a:lnTo>
                  <a:pt x="489420" y="141856"/>
                </a:lnTo>
                <a:lnTo>
                  <a:pt x="474967" y="131278"/>
                </a:lnTo>
                <a:lnTo>
                  <a:pt x="432629" y="162396"/>
                </a:lnTo>
                <a:lnTo>
                  <a:pt x="409684" y="214600"/>
                </a:lnTo>
                <a:lnTo>
                  <a:pt x="400155" y="272401"/>
                </a:lnTo>
                <a:lnTo>
                  <a:pt x="403692" y="301698"/>
                </a:lnTo>
                <a:lnTo>
                  <a:pt x="414850" y="328944"/>
                </a:lnTo>
                <a:close/>
              </a:path>
              <a:path w="1297940" h="1104264">
                <a:moveTo>
                  <a:pt x="1051586" y="272534"/>
                </a:moveTo>
                <a:lnTo>
                  <a:pt x="1050709" y="260452"/>
                </a:lnTo>
                <a:lnTo>
                  <a:pt x="1042499" y="224521"/>
                </a:lnTo>
                <a:lnTo>
                  <a:pt x="1042216" y="223282"/>
                </a:lnTo>
                <a:lnTo>
                  <a:pt x="1041650" y="220804"/>
                </a:lnTo>
                <a:lnTo>
                  <a:pt x="1041367" y="219565"/>
                </a:lnTo>
                <a:lnTo>
                  <a:pt x="1040801" y="217087"/>
                </a:lnTo>
                <a:lnTo>
                  <a:pt x="1040518" y="215848"/>
                </a:lnTo>
                <a:lnTo>
                  <a:pt x="1023047" y="171887"/>
                </a:lnTo>
                <a:lnTo>
                  <a:pt x="999390" y="132222"/>
                </a:lnTo>
                <a:lnTo>
                  <a:pt x="969320" y="95596"/>
                </a:lnTo>
                <a:lnTo>
                  <a:pt x="933930" y="65663"/>
                </a:lnTo>
                <a:lnTo>
                  <a:pt x="892996" y="41167"/>
                </a:lnTo>
                <a:lnTo>
                  <a:pt x="876597" y="74512"/>
                </a:lnTo>
                <a:lnTo>
                  <a:pt x="916033" y="98096"/>
                </a:lnTo>
                <a:lnTo>
                  <a:pt x="949956" y="129740"/>
                </a:lnTo>
                <a:lnTo>
                  <a:pt x="977566" y="167027"/>
                </a:lnTo>
                <a:lnTo>
                  <a:pt x="998061" y="207543"/>
                </a:lnTo>
                <a:lnTo>
                  <a:pt x="1011300" y="251327"/>
                </a:lnTo>
                <a:lnTo>
                  <a:pt x="1013429" y="269042"/>
                </a:lnTo>
                <a:lnTo>
                  <a:pt x="1024532" y="268810"/>
                </a:lnTo>
                <a:lnTo>
                  <a:pt x="1048454" y="271580"/>
                </a:lnTo>
                <a:lnTo>
                  <a:pt x="1051586" y="272534"/>
                </a:lnTo>
                <a:close/>
              </a:path>
              <a:path w="1297940" h="1104264">
                <a:moveTo>
                  <a:pt x="512240" y="367185"/>
                </a:moveTo>
                <a:lnTo>
                  <a:pt x="549676" y="343961"/>
                </a:lnTo>
                <a:lnTo>
                  <a:pt x="581099" y="310519"/>
                </a:lnTo>
                <a:lnTo>
                  <a:pt x="605589" y="269736"/>
                </a:lnTo>
                <a:lnTo>
                  <a:pt x="620089" y="225065"/>
                </a:lnTo>
                <a:lnTo>
                  <a:pt x="622685" y="202009"/>
                </a:lnTo>
                <a:lnTo>
                  <a:pt x="621518" y="179965"/>
                </a:lnTo>
                <a:lnTo>
                  <a:pt x="620496" y="176294"/>
                </a:lnTo>
                <a:lnTo>
                  <a:pt x="616749" y="162836"/>
                </a:lnTo>
                <a:lnTo>
                  <a:pt x="615727" y="159165"/>
                </a:lnTo>
                <a:lnTo>
                  <a:pt x="581030" y="172446"/>
                </a:lnTo>
                <a:lnTo>
                  <a:pt x="584717" y="185921"/>
                </a:lnTo>
                <a:lnTo>
                  <a:pt x="585648" y="201452"/>
                </a:lnTo>
                <a:lnTo>
                  <a:pt x="571622" y="253886"/>
                </a:lnTo>
                <a:lnTo>
                  <a:pt x="551367" y="288270"/>
                </a:lnTo>
                <a:lnTo>
                  <a:pt x="512249" y="325097"/>
                </a:lnTo>
                <a:lnTo>
                  <a:pt x="430609" y="349693"/>
                </a:lnTo>
                <a:lnTo>
                  <a:pt x="439634" y="357786"/>
                </a:lnTo>
                <a:lnTo>
                  <a:pt x="449097" y="363131"/>
                </a:lnTo>
                <a:lnTo>
                  <a:pt x="459568" y="368205"/>
                </a:lnTo>
                <a:lnTo>
                  <a:pt x="470056" y="370643"/>
                </a:lnTo>
                <a:lnTo>
                  <a:pt x="480763" y="371708"/>
                </a:lnTo>
                <a:lnTo>
                  <a:pt x="491559" y="371434"/>
                </a:lnTo>
                <a:lnTo>
                  <a:pt x="512240" y="367185"/>
                </a:lnTo>
                <a:close/>
              </a:path>
              <a:path w="1297940" h="1104264">
                <a:moveTo>
                  <a:pt x="430609" y="349693"/>
                </a:moveTo>
                <a:lnTo>
                  <a:pt x="487353" y="334426"/>
                </a:lnTo>
                <a:lnTo>
                  <a:pt x="480010" y="335086"/>
                </a:lnTo>
                <a:lnTo>
                  <a:pt x="473382" y="334239"/>
                </a:lnTo>
                <a:lnTo>
                  <a:pt x="462249" y="328028"/>
                </a:lnTo>
                <a:lnTo>
                  <a:pt x="456981" y="322870"/>
                </a:lnTo>
                <a:lnTo>
                  <a:pt x="452015" y="317630"/>
                </a:lnTo>
                <a:lnTo>
                  <a:pt x="446811" y="309824"/>
                </a:lnTo>
                <a:lnTo>
                  <a:pt x="414850" y="328944"/>
                </a:lnTo>
                <a:lnTo>
                  <a:pt x="422349" y="340079"/>
                </a:lnTo>
                <a:lnTo>
                  <a:pt x="430609" y="349693"/>
                </a:lnTo>
                <a:close/>
              </a:path>
              <a:path w="1297940" h="1104264">
                <a:moveTo>
                  <a:pt x="20770" y="533607"/>
                </a:moveTo>
                <a:lnTo>
                  <a:pt x="27915" y="531685"/>
                </a:lnTo>
                <a:lnTo>
                  <a:pt x="33611" y="527522"/>
                </a:lnTo>
                <a:lnTo>
                  <a:pt x="37178" y="521302"/>
                </a:lnTo>
                <a:lnTo>
                  <a:pt x="38267" y="514433"/>
                </a:lnTo>
                <a:lnTo>
                  <a:pt x="977" y="516575"/>
                </a:lnTo>
                <a:lnTo>
                  <a:pt x="2993" y="523923"/>
                </a:lnTo>
                <a:lnTo>
                  <a:pt x="7323" y="529334"/>
                </a:lnTo>
                <a:lnTo>
                  <a:pt x="13511" y="532930"/>
                </a:lnTo>
                <a:lnTo>
                  <a:pt x="20770" y="533607"/>
                </a:lnTo>
                <a:close/>
              </a:path>
              <a:path w="1297940" h="1104264">
                <a:moveTo>
                  <a:pt x="1016224" y="306081"/>
                </a:moveTo>
                <a:lnTo>
                  <a:pt x="1016813" y="297190"/>
                </a:lnTo>
                <a:lnTo>
                  <a:pt x="1013429" y="269042"/>
                </a:lnTo>
                <a:lnTo>
                  <a:pt x="998030" y="269364"/>
                </a:lnTo>
                <a:lnTo>
                  <a:pt x="940832" y="278177"/>
                </a:lnTo>
                <a:lnTo>
                  <a:pt x="882367" y="297853"/>
                </a:lnTo>
                <a:lnTo>
                  <a:pt x="827975" y="325638"/>
                </a:lnTo>
                <a:lnTo>
                  <a:pt x="789552" y="357018"/>
                </a:lnTo>
                <a:lnTo>
                  <a:pt x="949862" y="313887"/>
                </a:lnTo>
                <a:lnTo>
                  <a:pt x="976362" y="309388"/>
                </a:lnTo>
                <a:lnTo>
                  <a:pt x="1000347" y="305565"/>
                </a:lnTo>
                <a:lnTo>
                  <a:pt x="1016224" y="306081"/>
                </a:lnTo>
                <a:close/>
              </a:path>
              <a:path w="1297940" h="1104264">
                <a:moveTo>
                  <a:pt x="1040153" y="308007"/>
                </a:moveTo>
                <a:lnTo>
                  <a:pt x="1048454" y="271580"/>
                </a:lnTo>
                <a:lnTo>
                  <a:pt x="1024532" y="268810"/>
                </a:lnTo>
                <a:lnTo>
                  <a:pt x="1013429" y="269042"/>
                </a:lnTo>
                <a:lnTo>
                  <a:pt x="1016813" y="297190"/>
                </a:lnTo>
                <a:lnTo>
                  <a:pt x="1016224" y="306081"/>
                </a:lnTo>
                <a:lnTo>
                  <a:pt x="1022157" y="306273"/>
                </a:lnTo>
                <a:lnTo>
                  <a:pt x="1040153" y="308007"/>
                </a:lnTo>
                <a:close/>
              </a:path>
              <a:path w="1297940" h="1104264">
                <a:moveTo>
                  <a:pt x="1053756" y="312287"/>
                </a:moveTo>
                <a:lnTo>
                  <a:pt x="1054174" y="308180"/>
                </a:lnTo>
                <a:lnTo>
                  <a:pt x="1051586" y="272534"/>
                </a:lnTo>
                <a:lnTo>
                  <a:pt x="1048454" y="271580"/>
                </a:lnTo>
                <a:lnTo>
                  <a:pt x="1040154" y="308007"/>
                </a:lnTo>
                <a:lnTo>
                  <a:pt x="1053756" y="312287"/>
                </a:lnTo>
                <a:close/>
              </a:path>
              <a:path w="1297940" h="1104264">
                <a:moveTo>
                  <a:pt x="1095422" y="1099331"/>
                </a:moveTo>
                <a:lnTo>
                  <a:pt x="1125601" y="1067539"/>
                </a:lnTo>
                <a:lnTo>
                  <a:pt x="1154652" y="1032104"/>
                </a:lnTo>
                <a:lnTo>
                  <a:pt x="1181787" y="991925"/>
                </a:lnTo>
                <a:lnTo>
                  <a:pt x="1206875" y="948350"/>
                </a:lnTo>
                <a:lnTo>
                  <a:pt x="1229457" y="901505"/>
                </a:lnTo>
                <a:lnTo>
                  <a:pt x="1249733" y="853965"/>
                </a:lnTo>
                <a:lnTo>
                  <a:pt x="1266584" y="803400"/>
                </a:lnTo>
                <a:lnTo>
                  <a:pt x="1280538" y="753615"/>
                </a:lnTo>
                <a:lnTo>
                  <a:pt x="1290478" y="702280"/>
                </a:lnTo>
                <a:lnTo>
                  <a:pt x="1296272" y="650745"/>
                </a:lnTo>
                <a:lnTo>
                  <a:pt x="1297886" y="600335"/>
                </a:lnTo>
                <a:lnTo>
                  <a:pt x="1294770" y="551197"/>
                </a:lnTo>
                <a:lnTo>
                  <a:pt x="1286033" y="502256"/>
                </a:lnTo>
                <a:lnTo>
                  <a:pt x="1272099" y="457344"/>
                </a:lnTo>
                <a:lnTo>
                  <a:pt x="1251748" y="414159"/>
                </a:lnTo>
                <a:lnTo>
                  <a:pt x="1224997" y="375325"/>
                </a:lnTo>
                <a:lnTo>
                  <a:pt x="1191518" y="340932"/>
                </a:lnTo>
                <a:lnTo>
                  <a:pt x="1151251" y="312311"/>
                </a:lnTo>
                <a:lnTo>
                  <a:pt x="1103474" y="288341"/>
                </a:lnTo>
                <a:lnTo>
                  <a:pt x="1051586" y="272534"/>
                </a:lnTo>
                <a:lnTo>
                  <a:pt x="1054174" y="308180"/>
                </a:lnTo>
                <a:lnTo>
                  <a:pt x="1053756" y="312287"/>
                </a:lnTo>
                <a:lnTo>
                  <a:pt x="1131862" y="343831"/>
                </a:lnTo>
                <a:lnTo>
                  <a:pt x="1167416" y="369775"/>
                </a:lnTo>
                <a:lnTo>
                  <a:pt x="1196259" y="398839"/>
                </a:lnTo>
                <a:lnTo>
                  <a:pt x="1219578" y="433335"/>
                </a:lnTo>
                <a:lnTo>
                  <a:pt x="1240845" y="480220"/>
                </a:lnTo>
                <a:lnTo>
                  <a:pt x="1254428" y="533117"/>
                </a:lnTo>
                <a:lnTo>
                  <a:pt x="1260364" y="589387"/>
                </a:lnTo>
                <a:lnTo>
                  <a:pt x="1259022" y="647616"/>
                </a:lnTo>
                <a:lnTo>
                  <a:pt x="1253455" y="696459"/>
                </a:lnTo>
                <a:lnTo>
                  <a:pt x="1243917" y="745056"/>
                </a:lnTo>
                <a:lnTo>
                  <a:pt x="1230867" y="793283"/>
                </a:lnTo>
                <a:lnTo>
                  <a:pt x="1214766" y="841015"/>
                </a:lnTo>
                <a:lnTo>
                  <a:pt x="1195744" y="886902"/>
                </a:lnTo>
                <a:lnTo>
                  <a:pt x="1173934" y="929595"/>
                </a:lnTo>
                <a:lnTo>
                  <a:pt x="1150454" y="971421"/>
                </a:lnTo>
                <a:lnTo>
                  <a:pt x="1124776" y="1008579"/>
                </a:lnTo>
                <a:lnTo>
                  <a:pt x="1098020" y="1043396"/>
                </a:lnTo>
                <a:lnTo>
                  <a:pt x="1069658" y="1072069"/>
                </a:lnTo>
                <a:lnTo>
                  <a:pt x="1095422" y="1099331"/>
                </a:lnTo>
                <a:close/>
              </a:path>
              <a:path w="1297940" h="1104264">
                <a:moveTo>
                  <a:pt x="792970" y="507342"/>
                </a:moveTo>
                <a:lnTo>
                  <a:pt x="817404" y="479726"/>
                </a:lnTo>
                <a:lnTo>
                  <a:pt x="807879" y="470452"/>
                </a:lnTo>
                <a:lnTo>
                  <a:pt x="800687" y="461866"/>
                </a:lnTo>
                <a:lnTo>
                  <a:pt x="795591" y="454031"/>
                </a:lnTo>
                <a:lnTo>
                  <a:pt x="792024" y="445784"/>
                </a:lnTo>
                <a:lnTo>
                  <a:pt x="790404" y="439644"/>
                </a:lnTo>
                <a:lnTo>
                  <a:pt x="789606" y="431968"/>
                </a:lnTo>
                <a:lnTo>
                  <a:pt x="790250" y="425219"/>
                </a:lnTo>
                <a:lnTo>
                  <a:pt x="811274" y="387999"/>
                </a:lnTo>
                <a:lnTo>
                  <a:pt x="848054" y="357060"/>
                </a:lnTo>
                <a:lnTo>
                  <a:pt x="896786" y="332113"/>
                </a:lnTo>
                <a:lnTo>
                  <a:pt x="949862" y="313887"/>
                </a:lnTo>
                <a:lnTo>
                  <a:pt x="789552" y="357018"/>
                </a:lnTo>
                <a:lnTo>
                  <a:pt x="756457" y="406692"/>
                </a:lnTo>
                <a:lnTo>
                  <a:pt x="752184" y="431515"/>
                </a:lnTo>
                <a:lnTo>
                  <a:pt x="753589" y="445604"/>
                </a:lnTo>
                <a:lnTo>
                  <a:pt x="757132" y="459117"/>
                </a:lnTo>
                <a:lnTo>
                  <a:pt x="762879" y="472038"/>
                </a:lnTo>
                <a:lnTo>
                  <a:pt x="770791" y="484376"/>
                </a:lnTo>
                <a:lnTo>
                  <a:pt x="780833" y="496141"/>
                </a:lnTo>
                <a:lnTo>
                  <a:pt x="792970" y="507342"/>
                </a:lnTo>
                <a:close/>
              </a:path>
              <a:path w="1297940" h="1104264">
                <a:moveTo>
                  <a:pt x="1037219" y="400858"/>
                </a:moveTo>
                <a:lnTo>
                  <a:pt x="1049493" y="354156"/>
                </a:lnTo>
                <a:lnTo>
                  <a:pt x="1053756" y="312287"/>
                </a:lnTo>
                <a:lnTo>
                  <a:pt x="1040153" y="308007"/>
                </a:lnTo>
                <a:lnTo>
                  <a:pt x="1022157" y="306273"/>
                </a:lnTo>
                <a:lnTo>
                  <a:pt x="1016224" y="306081"/>
                </a:lnTo>
                <a:lnTo>
                  <a:pt x="1013799" y="342716"/>
                </a:lnTo>
                <a:lnTo>
                  <a:pt x="1002116" y="387945"/>
                </a:lnTo>
                <a:lnTo>
                  <a:pt x="1037219" y="400858"/>
                </a:lnTo>
                <a:close/>
              </a:path>
              <a:path w="1297940" h="1104264">
                <a:moveTo>
                  <a:pt x="907427" y="531785"/>
                </a:moveTo>
                <a:lnTo>
                  <a:pt x="942367" y="515808"/>
                </a:lnTo>
                <a:lnTo>
                  <a:pt x="973442" y="492981"/>
                </a:lnTo>
                <a:lnTo>
                  <a:pt x="1000351" y="464699"/>
                </a:lnTo>
                <a:lnTo>
                  <a:pt x="1037219" y="400858"/>
                </a:lnTo>
                <a:lnTo>
                  <a:pt x="1019832" y="395015"/>
                </a:lnTo>
                <a:lnTo>
                  <a:pt x="1002116" y="387945"/>
                </a:lnTo>
                <a:lnTo>
                  <a:pt x="971344" y="440939"/>
                </a:lnTo>
                <a:lnTo>
                  <a:pt x="923301" y="484114"/>
                </a:lnTo>
                <a:lnTo>
                  <a:pt x="810006" y="519856"/>
                </a:lnTo>
                <a:lnTo>
                  <a:pt x="811317" y="520818"/>
                </a:lnTo>
                <a:lnTo>
                  <a:pt x="830302" y="530177"/>
                </a:lnTo>
                <a:lnTo>
                  <a:pt x="849689" y="535482"/>
                </a:lnTo>
                <a:lnTo>
                  <a:pt x="869570" y="538024"/>
                </a:lnTo>
                <a:lnTo>
                  <a:pt x="888569" y="535543"/>
                </a:lnTo>
                <a:lnTo>
                  <a:pt x="907427" y="531785"/>
                </a:lnTo>
                <a:close/>
              </a:path>
              <a:path w="1297940" h="1104264">
                <a:moveTo>
                  <a:pt x="1037219" y="400858"/>
                </a:moveTo>
                <a:lnTo>
                  <a:pt x="1004181" y="388704"/>
                </a:lnTo>
                <a:lnTo>
                  <a:pt x="1008022" y="390301"/>
                </a:lnTo>
                <a:lnTo>
                  <a:pt x="1019832" y="395015"/>
                </a:lnTo>
                <a:lnTo>
                  <a:pt x="1037219" y="400858"/>
                </a:lnTo>
                <a:close/>
              </a:path>
              <a:path w="1297940" h="1104264">
                <a:moveTo>
                  <a:pt x="810006" y="519856"/>
                </a:moveTo>
                <a:lnTo>
                  <a:pt x="896509" y="496583"/>
                </a:lnTo>
                <a:lnTo>
                  <a:pt x="882871" y="498937"/>
                </a:lnTo>
                <a:lnTo>
                  <a:pt x="869582" y="499882"/>
                </a:lnTo>
                <a:lnTo>
                  <a:pt x="856787" y="499379"/>
                </a:lnTo>
                <a:lnTo>
                  <a:pt x="843502" y="495062"/>
                </a:lnTo>
                <a:lnTo>
                  <a:pt x="830542" y="489343"/>
                </a:lnTo>
                <a:lnTo>
                  <a:pt x="817404" y="479726"/>
                </a:lnTo>
                <a:lnTo>
                  <a:pt x="792970" y="507342"/>
                </a:lnTo>
                <a:lnTo>
                  <a:pt x="810006" y="519856"/>
                </a:lnTo>
                <a:close/>
              </a:path>
              <a:path w="1297940" h="1104264">
                <a:moveTo>
                  <a:pt x="1089253" y="1103621"/>
                </a:moveTo>
                <a:lnTo>
                  <a:pt x="1095422" y="1099331"/>
                </a:lnTo>
                <a:lnTo>
                  <a:pt x="1069658" y="1072069"/>
                </a:lnTo>
                <a:lnTo>
                  <a:pt x="1065499" y="1078448"/>
                </a:lnTo>
                <a:lnTo>
                  <a:pt x="1063966" y="1085437"/>
                </a:lnTo>
                <a:lnTo>
                  <a:pt x="1065289" y="1092972"/>
                </a:lnTo>
                <a:lnTo>
                  <a:pt x="1069041" y="1098538"/>
                </a:lnTo>
                <a:lnTo>
                  <a:pt x="1075278" y="1103436"/>
                </a:lnTo>
                <a:lnTo>
                  <a:pt x="1082057" y="1104242"/>
                </a:lnTo>
                <a:lnTo>
                  <a:pt x="1089253" y="1103621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24248" y="7441642"/>
            <a:ext cx="987425" cy="1346835"/>
          </a:xfrm>
          <a:custGeom>
            <a:avLst/>
            <a:gdLst/>
            <a:ahLst/>
            <a:cxnLst/>
            <a:rect l="l" t="t" r="r" b="b"/>
            <a:pathLst>
              <a:path w="987425" h="1346834">
                <a:moveTo>
                  <a:pt x="649882" y="202355"/>
                </a:moveTo>
                <a:lnTo>
                  <a:pt x="659670" y="201932"/>
                </a:lnTo>
                <a:lnTo>
                  <a:pt x="691092" y="205567"/>
                </a:lnTo>
                <a:lnTo>
                  <a:pt x="685997" y="190718"/>
                </a:lnTo>
                <a:lnTo>
                  <a:pt x="660005" y="146427"/>
                </a:lnTo>
                <a:lnTo>
                  <a:pt x="626070" y="107819"/>
                </a:lnTo>
                <a:lnTo>
                  <a:pt x="586502" y="74760"/>
                </a:lnTo>
                <a:lnTo>
                  <a:pt x="543449" y="48488"/>
                </a:lnTo>
                <a:lnTo>
                  <a:pt x="500330" y="28040"/>
                </a:lnTo>
                <a:lnTo>
                  <a:pt x="489072" y="59662"/>
                </a:lnTo>
                <a:lnTo>
                  <a:pt x="526338" y="81135"/>
                </a:lnTo>
                <a:lnTo>
                  <a:pt x="564691" y="104699"/>
                </a:lnTo>
                <a:lnTo>
                  <a:pt x="599504" y="135019"/>
                </a:lnTo>
                <a:lnTo>
                  <a:pt x="629984" y="168704"/>
                </a:lnTo>
                <a:lnTo>
                  <a:pt x="649882" y="202355"/>
                </a:lnTo>
                <a:close/>
              </a:path>
              <a:path w="987425" h="1346834">
                <a:moveTo>
                  <a:pt x="32413" y="184957"/>
                </a:moveTo>
                <a:lnTo>
                  <a:pt x="66592" y="148953"/>
                </a:lnTo>
                <a:lnTo>
                  <a:pt x="101778" y="119392"/>
                </a:lnTo>
                <a:lnTo>
                  <a:pt x="139771" y="92914"/>
                </a:lnTo>
                <a:lnTo>
                  <a:pt x="178569" y="72763"/>
                </a:lnTo>
                <a:lnTo>
                  <a:pt x="219976" y="55581"/>
                </a:lnTo>
                <a:lnTo>
                  <a:pt x="261988" y="44610"/>
                </a:lnTo>
                <a:lnTo>
                  <a:pt x="305139" y="38693"/>
                </a:lnTo>
                <a:lnTo>
                  <a:pt x="349964" y="36672"/>
                </a:lnTo>
                <a:lnTo>
                  <a:pt x="395094" y="40690"/>
                </a:lnTo>
                <a:lnTo>
                  <a:pt x="441064" y="49589"/>
                </a:lnTo>
                <a:lnTo>
                  <a:pt x="487782" y="63287"/>
                </a:lnTo>
                <a:lnTo>
                  <a:pt x="493733" y="46225"/>
                </a:lnTo>
                <a:lnTo>
                  <a:pt x="495932" y="40163"/>
                </a:lnTo>
                <a:lnTo>
                  <a:pt x="498163" y="34120"/>
                </a:lnTo>
                <a:lnTo>
                  <a:pt x="500263" y="28220"/>
                </a:lnTo>
                <a:lnTo>
                  <a:pt x="500328" y="28039"/>
                </a:lnTo>
                <a:lnTo>
                  <a:pt x="449441" y="13375"/>
                </a:lnTo>
                <a:lnTo>
                  <a:pt x="399474" y="3639"/>
                </a:lnTo>
                <a:lnTo>
                  <a:pt x="349913" y="0"/>
                </a:lnTo>
                <a:lnTo>
                  <a:pt x="301510" y="1425"/>
                </a:lnTo>
                <a:lnTo>
                  <a:pt x="254386" y="7984"/>
                </a:lnTo>
                <a:lnTo>
                  <a:pt x="208025" y="20846"/>
                </a:lnTo>
                <a:lnTo>
                  <a:pt x="163815" y="37878"/>
                </a:lnTo>
                <a:lnTo>
                  <a:pt x="120607" y="61352"/>
                </a:lnTo>
                <a:lnTo>
                  <a:pt x="79789" y="89133"/>
                </a:lnTo>
                <a:lnTo>
                  <a:pt x="40847" y="122393"/>
                </a:lnTo>
                <a:lnTo>
                  <a:pt x="4533" y="160098"/>
                </a:lnTo>
                <a:lnTo>
                  <a:pt x="32413" y="184957"/>
                </a:lnTo>
                <a:close/>
              </a:path>
              <a:path w="987425" h="1346834">
                <a:moveTo>
                  <a:pt x="487782" y="63287"/>
                </a:moveTo>
                <a:lnTo>
                  <a:pt x="488027" y="63428"/>
                </a:lnTo>
                <a:lnTo>
                  <a:pt x="526338" y="81135"/>
                </a:lnTo>
                <a:lnTo>
                  <a:pt x="489072" y="59662"/>
                </a:lnTo>
                <a:lnTo>
                  <a:pt x="487838" y="63127"/>
                </a:lnTo>
                <a:lnTo>
                  <a:pt x="487782" y="63287"/>
                </a:lnTo>
                <a:close/>
              </a:path>
              <a:path w="987425" h="1346834">
                <a:moveTo>
                  <a:pt x="936206" y="466804"/>
                </a:moveTo>
                <a:lnTo>
                  <a:pt x="971376" y="454823"/>
                </a:lnTo>
                <a:lnTo>
                  <a:pt x="953120" y="410592"/>
                </a:lnTo>
                <a:lnTo>
                  <a:pt x="930322" y="368141"/>
                </a:lnTo>
                <a:lnTo>
                  <a:pt x="902276" y="329995"/>
                </a:lnTo>
                <a:lnTo>
                  <a:pt x="870177" y="295377"/>
                </a:lnTo>
                <a:lnTo>
                  <a:pt x="834587" y="264609"/>
                </a:lnTo>
                <a:lnTo>
                  <a:pt x="795433" y="239118"/>
                </a:lnTo>
                <a:lnTo>
                  <a:pt x="752643" y="220325"/>
                </a:lnTo>
                <a:lnTo>
                  <a:pt x="707413" y="207455"/>
                </a:lnTo>
                <a:lnTo>
                  <a:pt x="691092" y="205567"/>
                </a:lnTo>
                <a:lnTo>
                  <a:pt x="698533" y="227256"/>
                </a:lnTo>
                <a:lnTo>
                  <a:pt x="793233" y="281822"/>
                </a:lnTo>
                <a:lnTo>
                  <a:pt x="830657" y="309249"/>
                </a:lnTo>
                <a:lnTo>
                  <a:pt x="864350" y="341854"/>
                </a:lnTo>
                <a:lnTo>
                  <a:pt x="893628" y="379244"/>
                </a:lnTo>
                <a:lnTo>
                  <a:pt x="917808" y="421026"/>
                </a:lnTo>
                <a:lnTo>
                  <a:pt x="936206" y="466804"/>
                </a:lnTo>
                <a:close/>
              </a:path>
              <a:path w="987425" h="1346834">
                <a:moveTo>
                  <a:pt x="663857" y="239112"/>
                </a:moveTo>
                <a:lnTo>
                  <a:pt x="702660" y="245322"/>
                </a:lnTo>
                <a:lnTo>
                  <a:pt x="702294" y="238218"/>
                </a:lnTo>
                <a:lnTo>
                  <a:pt x="691092" y="205567"/>
                </a:lnTo>
                <a:lnTo>
                  <a:pt x="659670" y="201932"/>
                </a:lnTo>
                <a:lnTo>
                  <a:pt x="649882" y="202355"/>
                </a:lnTo>
                <a:lnTo>
                  <a:pt x="652331" y="206498"/>
                </a:lnTo>
                <a:lnTo>
                  <a:pt x="663857" y="239112"/>
                </a:lnTo>
                <a:close/>
              </a:path>
              <a:path w="987425" h="1346834">
                <a:moveTo>
                  <a:pt x="702660" y="245322"/>
                </a:moveTo>
                <a:lnTo>
                  <a:pt x="708657" y="246281"/>
                </a:lnTo>
                <a:lnTo>
                  <a:pt x="752761" y="259968"/>
                </a:lnTo>
                <a:lnTo>
                  <a:pt x="793233" y="281822"/>
                </a:lnTo>
                <a:lnTo>
                  <a:pt x="698533" y="227256"/>
                </a:lnTo>
                <a:lnTo>
                  <a:pt x="702294" y="238218"/>
                </a:lnTo>
                <a:lnTo>
                  <a:pt x="702660" y="245322"/>
                </a:lnTo>
                <a:close/>
              </a:path>
              <a:path w="987425" h="1346834">
                <a:moveTo>
                  <a:pt x="614822" y="240583"/>
                </a:moveTo>
                <a:lnTo>
                  <a:pt x="662872" y="238955"/>
                </a:lnTo>
                <a:lnTo>
                  <a:pt x="663857" y="239112"/>
                </a:lnTo>
                <a:lnTo>
                  <a:pt x="652331" y="206498"/>
                </a:lnTo>
                <a:lnTo>
                  <a:pt x="649882" y="202355"/>
                </a:lnTo>
                <a:lnTo>
                  <a:pt x="609976" y="204079"/>
                </a:lnTo>
                <a:lnTo>
                  <a:pt x="614822" y="240583"/>
                </a:lnTo>
                <a:close/>
              </a:path>
              <a:path w="987425" h="1346834">
                <a:moveTo>
                  <a:pt x="657976" y="327010"/>
                </a:moveTo>
                <a:lnTo>
                  <a:pt x="675254" y="334033"/>
                </a:lnTo>
                <a:lnTo>
                  <a:pt x="691898" y="342158"/>
                </a:lnTo>
                <a:lnTo>
                  <a:pt x="704944" y="289580"/>
                </a:lnTo>
                <a:lnTo>
                  <a:pt x="702660" y="245322"/>
                </a:lnTo>
                <a:lnTo>
                  <a:pt x="663857" y="239112"/>
                </a:lnTo>
                <a:lnTo>
                  <a:pt x="665991" y="245149"/>
                </a:lnTo>
                <a:lnTo>
                  <a:pt x="668169" y="285979"/>
                </a:lnTo>
                <a:lnTo>
                  <a:pt x="657976" y="327010"/>
                </a:lnTo>
                <a:close/>
              </a:path>
              <a:path w="987425" h="1346834">
                <a:moveTo>
                  <a:pt x="429831" y="320141"/>
                </a:moveTo>
                <a:lnTo>
                  <a:pt x="465946" y="329224"/>
                </a:lnTo>
                <a:lnTo>
                  <a:pt x="473510" y="311596"/>
                </a:lnTo>
                <a:lnTo>
                  <a:pt x="485567" y="296558"/>
                </a:lnTo>
                <a:lnTo>
                  <a:pt x="524104" y="268928"/>
                </a:lnTo>
                <a:lnTo>
                  <a:pt x="570903" y="250455"/>
                </a:lnTo>
                <a:lnTo>
                  <a:pt x="614822" y="240583"/>
                </a:lnTo>
                <a:lnTo>
                  <a:pt x="612082" y="222881"/>
                </a:lnTo>
                <a:lnTo>
                  <a:pt x="609976" y="204079"/>
                </a:lnTo>
                <a:lnTo>
                  <a:pt x="586331" y="208044"/>
                </a:lnTo>
                <a:lnTo>
                  <a:pt x="560147" y="214942"/>
                </a:lnTo>
                <a:lnTo>
                  <a:pt x="507016" y="235629"/>
                </a:lnTo>
                <a:lnTo>
                  <a:pt x="459415" y="269763"/>
                </a:lnTo>
                <a:lnTo>
                  <a:pt x="441203" y="292981"/>
                </a:lnTo>
                <a:lnTo>
                  <a:pt x="429831" y="320141"/>
                </a:lnTo>
                <a:close/>
              </a:path>
              <a:path w="987425" h="1346834">
                <a:moveTo>
                  <a:pt x="919946" y="730599"/>
                </a:moveTo>
                <a:lnTo>
                  <a:pt x="927867" y="721435"/>
                </a:lnTo>
                <a:lnTo>
                  <a:pt x="947465" y="690221"/>
                </a:lnTo>
                <a:lnTo>
                  <a:pt x="948141" y="689144"/>
                </a:lnTo>
                <a:lnTo>
                  <a:pt x="949492" y="686991"/>
                </a:lnTo>
                <a:lnTo>
                  <a:pt x="970920" y="639243"/>
                </a:lnTo>
                <a:lnTo>
                  <a:pt x="982234" y="594461"/>
                </a:lnTo>
                <a:lnTo>
                  <a:pt x="986864" y="547294"/>
                </a:lnTo>
                <a:lnTo>
                  <a:pt x="983002" y="501097"/>
                </a:lnTo>
                <a:lnTo>
                  <a:pt x="971375" y="454822"/>
                </a:lnTo>
                <a:lnTo>
                  <a:pt x="936207" y="466805"/>
                </a:lnTo>
                <a:lnTo>
                  <a:pt x="947419" y="511374"/>
                </a:lnTo>
                <a:lnTo>
                  <a:pt x="949036" y="557744"/>
                </a:lnTo>
                <a:lnTo>
                  <a:pt x="942198" y="603639"/>
                </a:lnTo>
                <a:lnTo>
                  <a:pt x="928046" y="646785"/>
                </a:lnTo>
                <a:lnTo>
                  <a:pt x="906454" y="687110"/>
                </a:lnTo>
                <a:lnTo>
                  <a:pt x="895436" y="701144"/>
                </a:lnTo>
                <a:lnTo>
                  <a:pt x="903449" y="708831"/>
                </a:lnTo>
                <a:lnTo>
                  <a:pt x="918406" y="727709"/>
                </a:lnTo>
                <a:lnTo>
                  <a:pt x="919946" y="730599"/>
                </a:lnTo>
                <a:close/>
              </a:path>
              <a:path w="987425" h="1346834">
                <a:moveTo>
                  <a:pt x="471660" y="416063"/>
                </a:moveTo>
                <a:lnTo>
                  <a:pt x="492639" y="422288"/>
                </a:lnTo>
                <a:lnTo>
                  <a:pt x="514549" y="426118"/>
                </a:lnTo>
                <a:lnTo>
                  <a:pt x="536872" y="427255"/>
                </a:lnTo>
                <a:lnTo>
                  <a:pt x="560410" y="424695"/>
                </a:lnTo>
                <a:lnTo>
                  <a:pt x="606559" y="413176"/>
                </a:lnTo>
                <a:lnTo>
                  <a:pt x="648393" y="391843"/>
                </a:lnTo>
                <a:lnTo>
                  <a:pt x="681288" y="360962"/>
                </a:lnTo>
                <a:lnTo>
                  <a:pt x="690026" y="345476"/>
                </a:lnTo>
                <a:lnTo>
                  <a:pt x="691898" y="342158"/>
                </a:lnTo>
                <a:lnTo>
                  <a:pt x="657976" y="327010"/>
                </a:lnTo>
                <a:lnTo>
                  <a:pt x="651057" y="339146"/>
                </a:lnTo>
                <a:lnTo>
                  <a:pt x="640735" y="350787"/>
                </a:lnTo>
                <a:lnTo>
                  <a:pt x="593748" y="377946"/>
                </a:lnTo>
                <a:lnTo>
                  <a:pt x="555118" y="387934"/>
                </a:lnTo>
                <a:lnTo>
                  <a:pt x="535668" y="389918"/>
                </a:lnTo>
                <a:lnTo>
                  <a:pt x="517217" y="389547"/>
                </a:lnTo>
                <a:lnTo>
                  <a:pt x="501421" y="386308"/>
                </a:lnTo>
                <a:lnTo>
                  <a:pt x="487978" y="381494"/>
                </a:lnTo>
                <a:lnTo>
                  <a:pt x="426306" y="345958"/>
                </a:lnTo>
                <a:lnTo>
                  <a:pt x="426966" y="358065"/>
                </a:lnTo>
                <a:lnTo>
                  <a:pt x="446205" y="396999"/>
                </a:lnTo>
                <a:lnTo>
                  <a:pt x="454033" y="404441"/>
                </a:lnTo>
                <a:lnTo>
                  <a:pt x="471660" y="416063"/>
                </a:lnTo>
                <a:close/>
              </a:path>
              <a:path w="987425" h="1346834">
                <a:moveTo>
                  <a:pt x="426306" y="345958"/>
                </a:moveTo>
                <a:lnTo>
                  <a:pt x="477222" y="375296"/>
                </a:lnTo>
                <a:lnTo>
                  <a:pt x="471562" y="370569"/>
                </a:lnTo>
                <a:lnTo>
                  <a:pt x="467474" y="365282"/>
                </a:lnTo>
                <a:lnTo>
                  <a:pt x="463993" y="353016"/>
                </a:lnTo>
                <a:lnTo>
                  <a:pt x="463915" y="345643"/>
                </a:lnTo>
                <a:lnTo>
                  <a:pt x="464107" y="338425"/>
                </a:lnTo>
                <a:lnTo>
                  <a:pt x="465946" y="329224"/>
                </a:lnTo>
                <a:lnTo>
                  <a:pt x="429831" y="320141"/>
                </a:lnTo>
                <a:lnTo>
                  <a:pt x="427262" y="333318"/>
                </a:lnTo>
                <a:lnTo>
                  <a:pt x="426306" y="345958"/>
                </a:lnTo>
                <a:close/>
              </a:path>
              <a:path w="987425" h="1346834">
                <a:moveTo>
                  <a:pt x="6487" y="186142"/>
                </a:moveTo>
                <a:lnTo>
                  <a:pt x="12898" y="189835"/>
                </a:lnTo>
                <a:lnTo>
                  <a:pt x="19868" y="190920"/>
                </a:lnTo>
                <a:lnTo>
                  <a:pt x="26788" y="189044"/>
                </a:lnTo>
                <a:lnTo>
                  <a:pt x="32413" y="184957"/>
                </a:lnTo>
                <a:lnTo>
                  <a:pt x="4533" y="160098"/>
                </a:lnTo>
                <a:lnTo>
                  <a:pt x="763" y="166720"/>
                </a:lnTo>
                <a:lnTo>
                  <a:pt x="0" y="173609"/>
                </a:lnTo>
                <a:lnTo>
                  <a:pt x="1833" y="180528"/>
                </a:lnTo>
                <a:lnTo>
                  <a:pt x="6487" y="186142"/>
                </a:lnTo>
                <a:close/>
              </a:path>
              <a:path w="987425" h="1346834">
                <a:moveTo>
                  <a:pt x="871905" y="728717"/>
                </a:moveTo>
                <a:lnTo>
                  <a:pt x="877929" y="723441"/>
                </a:lnTo>
                <a:lnTo>
                  <a:pt x="895436" y="701144"/>
                </a:lnTo>
                <a:lnTo>
                  <a:pt x="884318" y="690479"/>
                </a:lnTo>
                <a:lnTo>
                  <a:pt x="837643" y="656256"/>
                </a:lnTo>
                <a:lnTo>
                  <a:pt x="782393" y="628818"/>
                </a:lnTo>
                <a:lnTo>
                  <a:pt x="724289" y="609997"/>
                </a:lnTo>
                <a:lnTo>
                  <a:pt x="674936" y="605011"/>
                </a:lnTo>
                <a:lnTo>
                  <a:pt x="818783" y="687895"/>
                </a:lnTo>
                <a:lnTo>
                  <a:pt x="840702" y="703457"/>
                </a:lnTo>
                <a:lnTo>
                  <a:pt x="860364" y="717717"/>
                </a:lnTo>
                <a:lnTo>
                  <a:pt x="871905" y="728717"/>
                </a:lnTo>
                <a:close/>
              </a:path>
              <a:path w="987425" h="1346834">
                <a:moveTo>
                  <a:pt x="886786" y="747599"/>
                </a:moveTo>
                <a:lnTo>
                  <a:pt x="918406" y="727709"/>
                </a:lnTo>
                <a:lnTo>
                  <a:pt x="903449" y="708831"/>
                </a:lnTo>
                <a:lnTo>
                  <a:pt x="895436" y="701144"/>
                </a:lnTo>
                <a:lnTo>
                  <a:pt x="877929" y="723441"/>
                </a:lnTo>
                <a:lnTo>
                  <a:pt x="871905" y="728717"/>
                </a:lnTo>
                <a:lnTo>
                  <a:pt x="875919" y="732543"/>
                </a:lnTo>
                <a:lnTo>
                  <a:pt x="886786" y="747599"/>
                </a:lnTo>
                <a:close/>
              </a:path>
              <a:path w="987425" h="1346834">
                <a:moveTo>
                  <a:pt x="893378" y="760244"/>
                </a:moveTo>
                <a:lnTo>
                  <a:pt x="896576" y="757637"/>
                </a:lnTo>
                <a:lnTo>
                  <a:pt x="919946" y="730599"/>
                </a:lnTo>
                <a:lnTo>
                  <a:pt x="918406" y="727709"/>
                </a:lnTo>
                <a:lnTo>
                  <a:pt x="886786" y="747599"/>
                </a:lnTo>
                <a:lnTo>
                  <a:pt x="893378" y="760244"/>
                </a:lnTo>
                <a:close/>
              </a:path>
              <a:path w="987425" h="1346834">
                <a:moveTo>
                  <a:pt x="366426" y="1346266"/>
                </a:moveTo>
                <a:lnTo>
                  <a:pt x="410242" y="1345129"/>
                </a:lnTo>
                <a:lnTo>
                  <a:pt x="455835" y="1340619"/>
                </a:lnTo>
                <a:lnTo>
                  <a:pt x="503428" y="1331399"/>
                </a:lnTo>
                <a:lnTo>
                  <a:pt x="551973" y="1318330"/>
                </a:lnTo>
                <a:lnTo>
                  <a:pt x="601059" y="1301175"/>
                </a:lnTo>
                <a:lnTo>
                  <a:pt x="649006" y="1281898"/>
                </a:lnTo>
                <a:lnTo>
                  <a:pt x="696668" y="1258060"/>
                </a:lnTo>
                <a:lnTo>
                  <a:pt x="742365" y="1231624"/>
                </a:lnTo>
                <a:lnTo>
                  <a:pt x="785052" y="1203454"/>
                </a:lnTo>
                <a:lnTo>
                  <a:pt x="825583" y="1171109"/>
                </a:lnTo>
                <a:lnTo>
                  <a:pt x="862362" y="1136603"/>
                </a:lnTo>
                <a:lnTo>
                  <a:pt x="894897" y="1099652"/>
                </a:lnTo>
                <a:lnTo>
                  <a:pt x="923318" y="1058865"/>
                </a:lnTo>
                <a:lnTo>
                  <a:pt x="945217" y="1017251"/>
                </a:lnTo>
                <a:lnTo>
                  <a:pt x="961357" y="972318"/>
                </a:lnTo>
                <a:lnTo>
                  <a:pt x="969895" y="925937"/>
                </a:lnTo>
                <a:lnTo>
                  <a:pt x="970537" y="877938"/>
                </a:lnTo>
                <a:lnTo>
                  <a:pt x="962299" y="829218"/>
                </a:lnTo>
                <a:lnTo>
                  <a:pt x="945461" y="778476"/>
                </a:lnTo>
                <a:lnTo>
                  <a:pt x="919946" y="730599"/>
                </a:lnTo>
                <a:lnTo>
                  <a:pt x="896576" y="757637"/>
                </a:lnTo>
                <a:lnTo>
                  <a:pt x="893378" y="760244"/>
                </a:lnTo>
                <a:lnTo>
                  <a:pt x="910813" y="793690"/>
                </a:lnTo>
                <a:lnTo>
                  <a:pt x="926307" y="837795"/>
                </a:lnTo>
                <a:lnTo>
                  <a:pt x="933106" y="881287"/>
                </a:lnTo>
                <a:lnTo>
                  <a:pt x="932953" y="922240"/>
                </a:lnTo>
                <a:lnTo>
                  <a:pt x="925055" y="963127"/>
                </a:lnTo>
                <a:lnTo>
                  <a:pt x="906947" y="1011322"/>
                </a:lnTo>
                <a:lnTo>
                  <a:pt x="879154" y="1058335"/>
                </a:lnTo>
                <a:lnTo>
                  <a:pt x="843571" y="1102324"/>
                </a:lnTo>
                <a:lnTo>
                  <a:pt x="801457" y="1142551"/>
                </a:lnTo>
                <a:lnTo>
                  <a:pt x="762990" y="1173153"/>
                </a:lnTo>
                <a:lnTo>
                  <a:pt x="721889" y="1200771"/>
                </a:lnTo>
                <a:lnTo>
                  <a:pt x="678567" y="1225644"/>
                </a:lnTo>
                <a:lnTo>
                  <a:pt x="633437" y="1248010"/>
                </a:lnTo>
                <a:lnTo>
                  <a:pt x="587546" y="1267006"/>
                </a:lnTo>
                <a:lnTo>
                  <a:pt x="541941" y="1281769"/>
                </a:lnTo>
                <a:lnTo>
                  <a:pt x="495769" y="1294740"/>
                </a:lnTo>
                <a:lnTo>
                  <a:pt x="451343" y="1302854"/>
                </a:lnTo>
                <a:lnTo>
                  <a:pt x="407810" y="1308550"/>
                </a:lnTo>
                <a:lnTo>
                  <a:pt x="367484" y="1308766"/>
                </a:lnTo>
                <a:lnTo>
                  <a:pt x="366426" y="1346266"/>
                </a:lnTo>
                <a:close/>
              </a:path>
              <a:path w="987425" h="1346834">
                <a:moveTo>
                  <a:pt x="571079" y="713729"/>
                </a:moveTo>
                <a:lnTo>
                  <a:pt x="607879" y="711481"/>
                </a:lnTo>
                <a:lnTo>
                  <a:pt x="607699" y="698186"/>
                </a:lnTo>
                <a:lnTo>
                  <a:pt x="608684" y="687028"/>
                </a:lnTo>
                <a:lnTo>
                  <a:pt x="627213" y="653732"/>
                </a:lnTo>
                <a:lnTo>
                  <a:pt x="668392" y="642281"/>
                </a:lnTo>
                <a:lnTo>
                  <a:pt x="691272" y="642273"/>
                </a:lnTo>
                <a:lnTo>
                  <a:pt x="716272" y="646418"/>
                </a:lnTo>
                <a:lnTo>
                  <a:pt x="742227" y="653997"/>
                </a:lnTo>
                <a:lnTo>
                  <a:pt x="768368" y="663244"/>
                </a:lnTo>
                <a:lnTo>
                  <a:pt x="793983" y="675072"/>
                </a:lnTo>
                <a:lnTo>
                  <a:pt x="818783" y="687895"/>
                </a:lnTo>
                <a:lnTo>
                  <a:pt x="674936" y="605011"/>
                </a:lnTo>
                <a:lnTo>
                  <a:pt x="616417" y="616731"/>
                </a:lnTo>
                <a:lnTo>
                  <a:pt x="586879" y="642218"/>
                </a:lnTo>
                <a:lnTo>
                  <a:pt x="571633" y="681802"/>
                </a:lnTo>
                <a:lnTo>
                  <a:pt x="570416" y="697224"/>
                </a:lnTo>
                <a:lnTo>
                  <a:pt x="571079" y="713729"/>
                </a:lnTo>
                <a:close/>
              </a:path>
              <a:path w="987425" h="1346834">
                <a:moveTo>
                  <a:pt x="819066" y="811181"/>
                </a:moveTo>
                <a:lnTo>
                  <a:pt x="860762" y="786837"/>
                </a:lnTo>
                <a:lnTo>
                  <a:pt x="893378" y="760244"/>
                </a:lnTo>
                <a:lnTo>
                  <a:pt x="886786" y="747599"/>
                </a:lnTo>
                <a:lnTo>
                  <a:pt x="875919" y="732543"/>
                </a:lnTo>
                <a:lnTo>
                  <a:pt x="871905" y="728717"/>
                </a:lnTo>
                <a:lnTo>
                  <a:pt x="843612" y="753503"/>
                </a:lnTo>
                <a:lnTo>
                  <a:pt x="803377" y="777223"/>
                </a:lnTo>
                <a:lnTo>
                  <a:pt x="819066" y="811181"/>
                </a:lnTo>
                <a:close/>
              </a:path>
              <a:path w="987425" h="1346834">
                <a:moveTo>
                  <a:pt x="634730" y="811966"/>
                </a:moveTo>
                <a:lnTo>
                  <a:pt x="652561" y="819308"/>
                </a:lnTo>
                <a:lnTo>
                  <a:pt x="670731" y="825381"/>
                </a:lnTo>
                <a:lnTo>
                  <a:pt x="708843" y="831217"/>
                </a:lnTo>
                <a:lnTo>
                  <a:pt x="747864" y="830249"/>
                </a:lnTo>
                <a:lnTo>
                  <a:pt x="785086" y="823847"/>
                </a:lnTo>
                <a:lnTo>
                  <a:pt x="819066" y="811181"/>
                </a:lnTo>
                <a:lnTo>
                  <a:pt x="810904" y="794752"/>
                </a:lnTo>
                <a:lnTo>
                  <a:pt x="803377" y="777223"/>
                </a:lnTo>
                <a:lnTo>
                  <a:pt x="775350" y="787458"/>
                </a:lnTo>
                <a:lnTo>
                  <a:pt x="744152" y="792933"/>
                </a:lnTo>
                <a:lnTo>
                  <a:pt x="711161" y="794444"/>
                </a:lnTo>
                <a:lnTo>
                  <a:pt x="679658" y="789483"/>
                </a:lnTo>
                <a:lnTo>
                  <a:pt x="651897" y="779351"/>
                </a:lnTo>
                <a:lnTo>
                  <a:pt x="574279" y="734628"/>
                </a:lnTo>
                <a:lnTo>
                  <a:pt x="574525" y="736235"/>
                </a:lnTo>
                <a:lnTo>
                  <a:pt x="581334" y="756281"/>
                </a:lnTo>
                <a:lnTo>
                  <a:pt x="591291" y="773745"/>
                </a:lnTo>
                <a:lnTo>
                  <a:pt x="603552" y="789604"/>
                </a:lnTo>
                <a:lnTo>
                  <a:pt x="618739" y="801286"/>
                </a:lnTo>
                <a:lnTo>
                  <a:pt x="634730" y="811966"/>
                </a:lnTo>
                <a:close/>
              </a:path>
              <a:path w="987425" h="1346834">
                <a:moveTo>
                  <a:pt x="819066" y="811181"/>
                </a:moveTo>
                <a:lnTo>
                  <a:pt x="804300" y="779220"/>
                </a:lnTo>
                <a:lnTo>
                  <a:pt x="805886" y="783066"/>
                </a:lnTo>
                <a:lnTo>
                  <a:pt x="810904" y="794752"/>
                </a:lnTo>
                <a:lnTo>
                  <a:pt x="819066" y="811181"/>
                </a:lnTo>
                <a:close/>
              </a:path>
              <a:path w="987425" h="1346834">
                <a:moveTo>
                  <a:pt x="574279" y="734628"/>
                </a:moveTo>
                <a:lnTo>
                  <a:pt x="651897" y="779351"/>
                </a:lnTo>
                <a:lnTo>
                  <a:pt x="640590" y="771370"/>
                </a:lnTo>
                <a:lnTo>
                  <a:pt x="630525" y="762639"/>
                </a:lnTo>
                <a:lnTo>
                  <a:pt x="621832" y="753233"/>
                </a:lnTo>
                <a:lnTo>
                  <a:pt x="615490" y="740784"/>
                </a:lnTo>
                <a:lnTo>
                  <a:pt x="610370" y="727574"/>
                </a:lnTo>
                <a:lnTo>
                  <a:pt x="607879" y="711481"/>
                </a:lnTo>
                <a:lnTo>
                  <a:pt x="571079" y="713729"/>
                </a:lnTo>
                <a:lnTo>
                  <a:pt x="574279" y="734628"/>
                </a:lnTo>
                <a:close/>
              </a:path>
              <a:path w="987425" h="1346834">
                <a:moveTo>
                  <a:pt x="359032" y="1344937"/>
                </a:moveTo>
                <a:lnTo>
                  <a:pt x="366426" y="1346266"/>
                </a:lnTo>
                <a:lnTo>
                  <a:pt x="367484" y="1308766"/>
                </a:lnTo>
                <a:lnTo>
                  <a:pt x="360033" y="1310336"/>
                </a:lnTo>
                <a:lnTo>
                  <a:pt x="354008" y="1314193"/>
                </a:lnTo>
                <a:lnTo>
                  <a:pt x="349616" y="1320457"/>
                </a:lnTo>
                <a:lnTo>
                  <a:pt x="348334" y="1327047"/>
                </a:lnTo>
                <a:lnTo>
                  <a:pt x="349281" y="1334922"/>
                </a:lnTo>
                <a:lnTo>
                  <a:pt x="353504" y="1340286"/>
                </a:lnTo>
                <a:lnTo>
                  <a:pt x="359032" y="1344937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6091" y="401524"/>
            <a:ext cx="1721071" cy="301727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377" y="6371368"/>
            <a:ext cx="102298" cy="6987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3766" y="5936600"/>
            <a:ext cx="152002" cy="11109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61133" y="171924"/>
            <a:ext cx="5042003" cy="31843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59725" y="5730698"/>
            <a:ext cx="152249" cy="11431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85096" y="4031799"/>
            <a:ext cx="2427888" cy="2255622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2862708" y="4815283"/>
            <a:ext cx="4317365" cy="2676525"/>
            <a:chOff x="2862708" y="4815283"/>
            <a:chExt cx="4317365" cy="267652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62708" y="4815283"/>
              <a:ext cx="4316797" cy="26760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19605" y="5151909"/>
              <a:ext cx="98725" cy="7964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5564492" y="1400555"/>
            <a:ext cx="330200" cy="530225"/>
          </a:xfrm>
          <a:custGeom>
            <a:avLst/>
            <a:gdLst/>
            <a:ahLst/>
            <a:cxnLst/>
            <a:rect l="l" t="t" r="r" b="b"/>
            <a:pathLst>
              <a:path w="330200" h="530225">
                <a:moveTo>
                  <a:pt x="247853" y="511810"/>
                </a:moveTo>
                <a:lnTo>
                  <a:pt x="207060" y="461873"/>
                </a:lnTo>
                <a:lnTo>
                  <a:pt x="171399" y="426097"/>
                </a:lnTo>
                <a:lnTo>
                  <a:pt x="135902" y="390677"/>
                </a:lnTo>
                <a:lnTo>
                  <a:pt x="100812" y="355117"/>
                </a:lnTo>
                <a:lnTo>
                  <a:pt x="66306" y="318922"/>
                </a:lnTo>
                <a:lnTo>
                  <a:pt x="32626" y="281584"/>
                </a:lnTo>
                <a:lnTo>
                  <a:pt x="26746" y="277088"/>
                </a:lnTo>
                <a:lnTo>
                  <a:pt x="19850" y="275247"/>
                </a:lnTo>
                <a:lnTo>
                  <a:pt x="12763" y="276123"/>
                </a:lnTo>
                <a:lnTo>
                  <a:pt x="6337" y="279793"/>
                </a:lnTo>
                <a:lnTo>
                  <a:pt x="1841" y="285661"/>
                </a:lnTo>
                <a:lnTo>
                  <a:pt x="0" y="292569"/>
                </a:lnTo>
                <a:lnTo>
                  <a:pt x="876" y="299656"/>
                </a:lnTo>
                <a:lnTo>
                  <a:pt x="38633" y="343852"/>
                </a:lnTo>
                <a:lnTo>
                  <a:pt x="73774" y="380746"/>
                </a:lnTo>
                <a:lnTo>
                  <a:pt x="109524" y="416991"/>
                </a:lnTo>
                <a:lnTo>
                  <a:pt x="180962" y="488505"/>
                </a:lnTo>
                <a:lnTo>
                  <a:pt x="215747" y="524243"/>
                </a:lnTo>
                <a:lnTo>
                  <a:pt x="221818" y="528472"/>
                </a:lnTo>
                <a:lnTo>
                  <a:pt x="228790" y="529996"/>
                </a:lnTo>
                <a:lnTo>
                  <a:pt x="235839" y="528802"/>
                </a:lnTo>
                <a:lnTo>
                  <a:pt x="242087" y="524852"/>
                </a:lnTo>
                <a:lnTo>
                  <a:pt x="246316" y="518782"/>
                </a:lnTo>
                <a:lnTo>
                  <a:pt x="247853" y="511810"/>
                </a:lnTo>
                <a:close/>
              </a:path>
              <a:path w="330200" h="530225">
                <a:moveTo>
                  <a:pt x="330123" y="460095"/>
                </a:moveTo>
                <a:lnTo>
                  <a:pt x="327660" y="453110"/>
                </a:lnTo>
                <a:lnTo>
                  <a:pt x="302501" y="410489"/>
                </a:lnTo>
                <a:lnTo>
                  <a:pt x="277710" y="367474"/>
                </a:lnTo>
                <a:lnTo>
                  <a:pt x="253365" y="324104"/>
                </a:lnTo>
                <a:lnTo>
                  <a:pt x="229539" y="280390"/>
                </a:lnTo>
                <a:lnTo>
                  <a:pt x="206298" y="236347"/>
                </a:lnTo>
                <a:lnTo>
                  <a:pt x="183743" y="191985"/>
                </a:lnTo>
                <a:lnTo>
                  <a:pt x="161937" y="147307"/>
                </a:lnTo>
                <a:lnTo>
                  <a:pt x="140970" y="102349"/>
                </a:lnTo>
                <a:lnTo>
                  <a:pt x="120891" y="57111"/>
                </a:lnTo>
                <a:lnTo>
                  <a:pt x="101803" y="11607"/>
                </a:lnTo>
                <a:lnTo>
                  <a:pt x="97713" y="5448"/>
                </a:lnTo>
                <a:lnTo>
                  <a:pt x="91782" y="1460"/>
                </a:lnTo>
                <a:lnTo>
                  <a:pt x="84785" y="0"/>
                </a:lnTo>
                <a:lnTo>
                  <a:pt x="77520" y="1371"/>
                </a:lnTo>
                <a:lnTo>
                  <a:pt x="71348" y="5461"/>
                </a:lnTo>
                <a:lnTo>
                  <a:pt x="67373" y="11391"/>
                </a:lnTo>
                <a:lnTo>
                  <a:pt x="65913" y="18389"/>
                </a:lnTo>
                <a:lnTo>
                  <a:pt x="67284" y="25654"/>
                </a:lnTo>
                <a:lnTo>
                  <a:pt x="86677" y="71856"/>
                </a:lnTo>
                <a:lnTo>
                  <a:pt x="107035" y="117754"/>
                </a:lnTo>
                <a:lnTo>
                  <a:pt x="128308" y="163334"/>
                </a:lnTo>
                <a:lnTo>
                  <a:pt x="150393" y="208584"/>
                </a:lnTo>
                <a:lnTo>
                  <a:pt x="173215" y="253492"/>
                </a:lnTo>
                <a:lnTo>
                  <a:pt x="196710" y="298030"/>
                </a:lnTo>
                <a:lnTo>
                  <a:pt x="220776" y="342176"/>
                </a:lnTo>
                <a:lnTo>
                  <a:pt x="245351" y="385940"/>
                </a:lnTo>
                <a:lnTo>
                  <a:pt x="270332" y="429285"/>
                </a:lnTo>
                <a:lnTo>
                  <a:pt x="295668" y="472198"/>
                </a:lnTo>
                <a:lnTo>
                  <a:pt x="314236" y="481126"/>
                </a:lnTo>
                <a:lnTo>
                  <a:pt x="321208" y="478663"/>
                </a:lnTo>
                <a:lnTo>
                  <a:pt x="326694" y="473684"/>
                </a:lnTo>
                <a:lnTo>
                  <a:pt x="329730" y="467220"/>
                </a:lnTo>
                <a:lnTo>
                  <a:pt x="330123" y="460095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855429" y="7640993"/>
            <a:ext cx="276860" cy="550545"/>
          </a:xfrm>
          <a:custGeom>
            <a:avLst/>
            <a:gdLst/>
            <a:ahLst/>
            <a:cxnLst/>
            <a:rect l="l" t="t" r="r" b="b"/>
            <a:pathLst>
              <a:path w="276859" h="550545">
                <a:moveTo>
                  <a:pt x="141465" y="529615"/>
                </a:moveTo>
                <a:lnTo>
                  <a:pt x="134696" y="479971"/>
                </a:lnTo>
                <a:lnTo>
                  <a:pt x="126898" y="430364"/>
                </a:lnTo>
                <a:lnTo>
                  <a:pt x="118160" y="380834"/>
                </a:lnTo>
                <a:lnTo>
                  <a:pt x="108534" y="331406"/>
                </a:lnTo>
                <a:lnTo>
                  <a:pt x="98094" y="282130"/>
                </a:lnTo>
                <a:lnTo>
                  <a:pt x="86931" y="233032"/>
                </a:lnTo>
                <a:lnTo>
                  <a:pt x="75107" y="184150"/>
                </a:lnTo>
                <a:lnTo>
                  <a:pt x="62699" y="135521"/>
                </a:lnTo>
                <a:lnTo>
                  <a:pt x="49784" y="87185"/>
                </a:lnTo>
                <a:lnTo>
                  <a:pt x="36423" y="39166"/>
                </a:lnTo>
                <a:lnTo>
                  <a:pt x="20789" y="25755"/>
                </a:lnTo>
                <a:lnTo>
                  <a:pt x="13411" y="26327"/>
                </a:lnTo>
                <a:lnTo>
                  <a:pt x="6832" y="29705"/>
                </a:lnTo>
                <a:lnTo>
                  <a:pt x="2235" y="35166"/>
                </a:lnTo>
                <a:lnTo>
                  <a:pt x="0" y="41948"/>
                </a:lnTo>
                <a:lnTo>
                  <a:pt x="571" y="49326"/>
                </a:lnTo>
                <a:lnTo>
                  <a:pt x="13843" y="97015"/>
                </a:lnTo>
                <a:lnTo>
                  <a:pt x="26657" y="144983"/>
                </a:lnTo>
                <a:lnTo>
                  <a:pt x="38963" y="193167"/>
                </a:lnTo>
                <a:lnTo>
                  <a:pt x="50660" y="241566"/>
                </a:lnTo>
                <a:lnTo>
                  <a:pt x="61709" y="290131"/>
                </a:lnTo>
                <a:lnTo>
                  <a:pt x="72009" y="338823"/>
                </a:lnTo>
                <a:lnTo>
                  <a:pt x="81521" y="387616"/>
                </a:lnTo>
                <a:lnTo>
                  <a:pt x="90144" y="436473"/>
                </a:lnTo>
                <a:lnTo>
                  <a:pt x="97828" y="485368"/>
                </a:lnTo>
                <a:lnTo>
                  <a:pt x="104495" y="534250"/>
                </a:lnTo>
                <a:lnTo>
                  <a:pt x="106845" y="541274"/>
                </a:lnTo>
                <a:lnTo>
                  <a:pt x="111544" y="546646"/>
                </a:lnTo>
                <a:lnTo>
                  <a:pt x="117919" y="549871"/>
                </a:lnTo>
                <a:lnTo>
                  <a:pt x="125298" y="550430"/>
                </a:lnTo>
                <a:lnTo>
                  <a:pt x="132308" y="548068"/>
                </a:lnTo>
                <a:lnTo>
                  <a:pt x="137693" y="543369"/>
                </a:lnTo>
                <a:lnTo>
                  <a:pt x="140919" y="536994"/>
                </a:lnTo>
                <a:lnTo>
                  <a:pt x="141465" y="529615"/>
                </a:lnTo>
                <a:close/>
              </a:path>
              <a:path w="276859" h="550545">
                <a:moveTo>
                  <a:pt x="276504" y="282155"/>
                </a:moveTo>
                <a:lnTo>
                  <a:pt x="251472" y="229692"/>
                </a:lnTo>
                <a:lnTo>
                  <a:pt x="227063" y="184962"/>
                </a:lnTo>
                <a:lnTo>
                  <a:pt x="201917" y="140703"/>
                </a:lnTo>
                <a:lnTo>
                  <a:pt x="151409" y="53136"/>
                </a:lnTo>
                <a:lnTo>
                  <a:pt x="127076" y="9601"/>
                </a:lnTo>
                <a:lnTo>
                  <a:pt x="122301" y="3949"/>
                </a:lnTo>
                <a:lnTo>
                  <a:pt x="115963" y="660"/>
                </a:lnTo>
                <a:lnTo>
                  <a:pt x="108851" y="0"/>
                </a:lnTo>
                <a:lnTo>
                  <a:pt x="101777" y="2197"/>
                </a:lnTo>
                <a:lnTo>
                  <a:pt x="96126" y="6959"/>
                </a:lnTo>
                <a:lnTo>
                  <a:pt x="92849" y="13309"/>
                </a:lnTo>
                <a:lnTo>
                  <a:pt x="92189" y="20421"/>
                </a:lnTo>
                <a:lnTo>
                  <a:pt x="94386" y="27495"/>
                </a:lnTo>
                <a:lnTo>
                  <a:pt x="119316" y="72097"/>
                </a:lnTo>
                <a:lnTo>
                  <a:pt x="144513" y="115900"/>
                </a:lnTo>
                <a:lnTo>
                  <a:pt x="169621" y="159296"/>
                </a:lnTo>
                <a:lnTo>
                  <a:pt x="194322" y="202730"/>
                </a:lnTo>
                <a:lnTo>
                  <a:pt x="218287" y="246621"/>
                </a:lnTo>
                <a:lnTo>
                  <a:pt x="241160" y="291401"/>
                </a:lnTo>
                <a:lnTo>
                  <a:pt x="245668" y="297268"/>
                </a:lnTo>
                <a:lnTo>
                  <a:pt x="251866" y="300824"/>
                </a:lnTo>
                <a:lnTo>
                  <a:pt x="258940" y="301815"/>
                </a:lnTo>
                <a:lnTo>
                  <a:pt x="266090" y="299935"/>
                </a:lnTo>
                <a:lnTo>
                  <a:pt x="271957" y="295440"/>
                </a:lnTo>
                <a:lnTo>
                  <a:pt x="275526" y="289229"/>
                </a:lnTo>
                <a:lnTo>
                  <a:pt x="276504" y="282155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52146" y="3826215"/>
            <a:ext cx="528955" cy="933450"/>
          </a:xfrm>
          <a:custGeom>
            <a:avLst/>
            <a:gdLst/>
            <a:ahLst/>
            <a:cxnLst/>
            <a:rect l="l" t="t" r="r" b="b"/>
            <a:pathLst>
              <a:path w="528954" h="933450">
                <a:moveTo>
                  <a:pt x="507593" y="42868"/>
                </a:moveTo>
                <a:lnTo>
                  <a:pt x="514986" y="42571"/>
                </a:lnTo>
                <a:lnTo>
                  <a:pt x="521466" y="39566"/>
                </a:lnTo>
                <a:lnTo>
                  <a:pt x="526348" y="34350"/>
                </a:lnTo>
                <a:lnTo>
                  <a:pt x="528943" y="27421"/>
                </a:lnTo>
                <a:lnTo>
                  <a:pt x="528647" y="20028"/>
                </a:lnTo>
                <a:lnTo>
                  <a:pt x="525643" y="13547"/>
                </a:lnTo>
                <a:lnTo>
                  <a:pt x="520428" y="8666"/>
                </a:lnTo>
                <a:lnTo>
                  <a:pt x="513499" y="6071"/>
                </a:lnTo>
                <a:lnTo>
                  <a:pt x="507593" y="42868"/>
                </a:lnTo>
                <a:close/>
              </a:path>
              <a:path w="528954" h="933450">
                <a:moveTo>
                  <a:pt x="11109" y="248368"/>
                </a:moveTo>
                <a:lnTo>
                  <a:pt x="43067" y="367204"/>
                </a:lnTo>
                <a:lnTo>
                  <a:pt x="36450" y="319777"/>
                </a:lnTo>
                <a:lnTo>
                  <a:pt x="42120" y="274517"/>
                </a:lnTo>
                <a:lnTo>
                  <a:pt x="58520" y="231798"/>
                </a:lnTo>
                <a:lnTo>
                  <a:pt x="84096" y="191997"/>
                </a:lnTo>
                <a:lnTo>
                  <a:pt x="117750" y="155161"/>
                </a:lnTo>
                <a:lnTo>
                  <a:pt x="157396" y="122589"/>
                </a:lnTo>
                <a:lnTo>
                  <a:pt x="201051" y="95015"/>
                </a:lnTo>
                <a:lnTo>
                  <a:pt x="201292" y="94863"/>
                </a:lnTo>
                <a:lnTo>
                  <a:pt x="247695" y="72570"/>
                </a:lnTo>
                <a:lnTo>
                  <a:pt x="294557" y="56398"/>
                </a:lnTo>
                <a:lnTo>
                  <a:pt x="347246" y="44564"/>
                </a:lnTo>
                <a:lnTo>
                  <a:pt x="400804" y="38221"/>
                </a:lnTo>
                <a:lnTo>
                  <a:pt x="454573" y="37557"/>
                </a:lnTo>
                <a:lnTo>
                  <a:pt x="507593" y="42868"/>
                </a:lnTo>
                <a:lnTo>
                  <a:pt x="513499" y="6071"/>
                </a:lnTo>
                <a:lnTo>
                  <a:pt x="467752" y="947"/>
                </a:lnTo>
                <a:lnTo>
                  <a:pt x="421505" y="0"/>
                </a:lnTo>
                <a:lnTo>
                  <a:pt x="375269" y="3045"/>
                </a:lnTo>
                <a:lnTo>
                  <a:pt x="329555" y="9903"/>
                </a:lnTo>
                <a:lnTo>
                  <a:pt x="285187" y="20317"/>
                </a:lnTo>
                <a:lnTo>
                  <a:pt x="294903" y="56446"/>
                </a:lnTo>
                <a:lnTo>
                  <a:pt x="284874" y="20391"/>
                </a:lnTo>
                <a:lnTo>
                  <a:pt x="242358" y="34574"/>
                </a:lnTo>
                <a:lnTo>
                  <a:pt x="201147" y="52910"/>
                </a:lnTo>
                <a:lnTo>
                  <a:pt x="200581" y="53162"/>
                </a:lnTo>
                <a:lnTo>
                  <a:pt x="159056" y="76557"/>
                </a:lnTo>
                <a:lnTo>
                  <a:pt x="120408" y="103782"/>
                </a:lnTo>
                <a:lnTo>
                  <a:pt x="85250" y="134745"/>
                </a:lnTo>
                <a:lnTo>
                  <a:pt x="54653" y="169156"/>
                </a:lnTo>
                <a:lnTo>
                  <a:pt x="29404" y="207294"/>
                </a:lnTo>
                <a:lnTo>
                  <a:pt x="11109" y="248368"/>
                </a:lnTo>
                <a:close/>
              </a:path>
              <a:path w="528954" h="933450">
                <a:moveTo>
                  <a:pt x="284874" y="20391"/>
                </a:moveTo>
                <a:lnTo>
                  <a:pt x="294862" y="56293"/>
                </a:lnTo>
                <a:lnTo>
                  <a:pt x="285187" y="20317"/>
                </a:lnTo>
                <a:lnTo>
                  <a:pt x="284874" y="20391"/>
                </a:lnTo>
                <a:close/>
              </a:path>
              <a:path w="528954" h="933450">
                <a:moveTo>
                  <a:pt x="491618" y="931479"/>
                </a:moveTo>
                <a:lnTo>
                  <a:pt x="498747" y="929498"/>
                </a:lnTo>
                <a:lnTo>
                  <a:pt x="504369" y="925090"/>
                </a:lnTo>
                <a:lnTo>
                  <a:pt x="507927" y="918896"/>
                </a:lnTo>
                <a:lnTo>
                  <a:pt x="508868" y="911557"/>
                </a:lnTo>
                <a:lnTo>
                  <a:pt x="506984" y="904549"/>
                </a:lnTo>
                <a:lnTo>
                  <a:pt x="502547" y="898891"/>
                </a:lnTo>
                <a:lnTo>
                  <a:pt x="496354" y="895286"/>
                </a:lnTo>
                <a:lnTo>
                  <a:pt x="488949" y="894308"/>
                </a:lnTo>
                <a:lnTo>
                  <a:pt x="491618" y="931479"/>
                </a:lnTo>
                <a:close/>
              </a:path>
              <a:path w="528954" h="933450">
                <a:moveTo>
                  <a:pt x="330076" y="532338"/>
                </a:moveTo>
                <a:lnTo>
                  <a:pt x="361221" y="552798"/>
                </a:lnTo>
                <a:lnTo>
                  <a:pt x="373899" y="526404"/>
                </a:lnTo>
                <a:lnTo>
                  <a:pt x="378552" y="499543"/>
                </a:lnTo>
                <a:lnTo>
                  <a:pt x="375887" y="472639"/>
                </a:lnTo>
                <a:lnTo>
                  <a:pt x="376365" y="474414"/>
                </a:lnTo>
                <a:lnTo>
                  <a:pt x="366873" y="448761"/>
                </a:lnTo>
                <a:lnTo>
                  <a:pt x="352314" y="427220"/>
                </a:lnTo>
                <a:lnTo>
                  <a:pt x="332980" y="409301"/>
                </a:lnTo>
                <a:lnTo>
                  <a:pt x="317861" y="400639"/>
                </a:lnTo>
                <a:lnTo>
                  <a:pt x="339634" y="481602"/>
                </a:lnTo>
                <a:lnTo>
                  <a:pt x="341309" y="498281"/>
                </a:lnTo>
                <a:lnTo>
                  <a:pt x="338309" y="515275"/>
                </a:lnTo>
                <a:lnTo>
                  <a:pt x="330076" y="532338"/>
                </a:lnTo>
                <a:close/>
              </a:path>
              <a:path w="528954" h="933450">
                <a:moveTo>
                  <a:pt x="275231" y="904274"/>
                </a:moveTo>
                <a:lnTo>
                  <a:pt x="328541" y="921152"/>
                </a:lnTo>
                <a:lnTo>
                  <a:pt x="382747" y="930396"/>
                </a:lnTo>
                <a:lnTo>
                  <a:pt x="437292" y="933380"/>
                </a:lnTo>
                <a:lnTo>
                  <a:pt x="491618" y="931479"/>
                </a:lnTo>
                <a:lnTo>
                  <a:pt x="488949" y="894308"/>
                </a:lnTo>
                <a:lnTo>
                  <a:pt x="437448" y="896113"/>
                </a:lnTo>
                <a:lnTo>
                  <a:pt x="386753" y="893345"/>
                </a:lnTo>
                <a:lnTo>
                  <a:pt x="337199" y="884904"/>
                </a:lnTo>
                <a:lnTo>
                  <a:pt x="289118" y="869690"/>
                </a:lnTo>
                <a:lnTo>
                  <a:pt x="275231" y="904274"/>
                </a:lnTo>
                <a:close/>
              </a:path>
              <a:path w="528954" h="933450">
                <a:moveTo>
                  <a:pt x="99016" y="523281"/>
                </a:moveTo>
                <a:lnTo>
                  <a:pt x="151608" y="562507"/>
                </a:lnTo>
                <a:lnTo>
                  <a:pt x="185700" y="580044"/>
                </a:lnTo>
                <a:lnTo>
                  <a:pt x="221989" y="593063"/>
                </a:lnTo>
                <a:lnTo>
                  <a:pt x="259626" y="599621"/>
                </a:lnTo>
                <a:lnTo>
                  <a:pt x="297323" y="597138"/>
                </a:lnTo>
                <a:lnTo>
                  <a:pt x="332161" y="582551"/>
                </a:lnTo>
                <a:lnTo>
                  <a:pt x="361221" y="552798"/>
                </a:lnTo>
                <a:lnTo>
                  <a:pt x="330077" y="532340"/>
                </a:lnTo>
                <a:lnTo>
                  <a:pt x="312106" y="550951"/>
                </a:lnTo>
                <a:lnTo>
                  <a:pt x="289267" y="560753"/>
                </a:lnTo>
                <a:lnTo>
                  <a:pt x="231858" y="557126"/>
                </a:lnTo>
                <a:lnTo>
                  <a:pt x="170563" y="530420"/>
                </a:lnTo>
                <a:lnTo>
                  <a:pt x="123353" y="495172"/>
                </a:lnTo>
                <a:lnTo>
                  <a:pt x="103835" y="515153"/>
                </a:lnTo>
                <a:lnTo>
                  <a:pt x="99016" y="523281"/>
                </a:lnTo>
                <a:close/>
              </a:path>
              <a:path w="528954" h="933450">
                <a:moveTo>
                  <a:pt x="276680" y="424743"/>
                </a:moveTo>
                <a:lnTo>
                  <a:pt x="324000" y="451452"/>
                </a:lnTo>
                <a:lnTo>
                  <a:pt x="339634" y="481602"/>
                </a:lnTo>
                <a:lnTo>
                  <a:pt x="317861" y="400639"/>
                </a:lnTo>
                <a:lnTo>
                  <a:pt x="309641" y="395929"/>
                </a:lnTo>
                <a:lnTo>
                  <a:pt x="283069" y="388027"/>
                </a:lnTo>
                <a:lnTo>
                  <a:pt x="276680" y="424743"/>
                </a:lnTo>
                <a:close/>
              </a:path>
              <a:path w="528954" h="933450">
                <a:moveTo>
                  <a:pt x="104990" y="454854"/>
                </a:moveTo>
                <a:lnTo>
                  <a:pt x="130608" y="481916"/>
                </a:lnTo>
                <a:lnTo>
                  <a:pt x="145623" y="468910"/>
                </a:lnTo>
                <a:lnTo>
                  <a:pt x="162400" y="456713"/>
                </a:lnTo>
                <a:lnTo>
                  <a:pt x="199458" y="436646"/>
                </a:lnTo>
                <a:lnTo>
                  <a:pt x="238715" y="424979"/>
                </a:lnTo>
                <a:lnTo>
                  <a:pt x="239037" y="424905"/>
                </a:lnTo>
                <a:lnTo>
                  <a:pt x="258214" y="423262"/>
                </a:lnTo>
                <a:lnTo>
                  <a:pt x="276679" y="424739"/>
                </a:lnTo>
                <a:lnTo>
                  <a:pt x="283068" y="388023"/>
                </a:lnTo>
                <a:lnTo>
                  <a:pt x="258064" y="385992"/>
                </a:lnTo>
                <a:lnTo>
                  <a:pt x="233136" y="388108"/>
                </a:lnTo>
                <a:lnTo>
                  <a:pt x="209789" y="393475"/>
                </a:lnTo>
                <a:lnTo>
                  <a:pt x="208721" y="393721"/>
                </a:lnTo>
                <a:lnTo>
                  <a:pt x="185256" y="402173"/>
                </a:lnTo>
                <a:lnTo>
                  <a:pt x="162870" y="412969"/>
                </a:lnTo>
                <a:lnTo>
                  <a:pt x="141785" y="425670"/>
                </a:lnTo>
                <a:lnTo>
                  <a:pt x="122368" y="439793"/>
                </a:lnTo>
                <a:lnTo>
                  <a:pt x="104990" y="454854"/>
                </a:lnTo>
                <a:close/>
              </a:path>
              <a:path w="528954" h="933450">
                <a:moveTo>
                  <a:pt x="50453" y="650959"/>
                </a:moveTo>
                <a:lnTo>
                  <a:pt x="75776" y="716622"/>
                </a:lnTo>
                <a:lnTo>
                  <a:pt x="100425" y="757584"/>
                </a:lnTo>
                <a:lnTo>
                  <a:pt x="130096" y="795884"/>
                </a:lnTo>
                <a:lnTo>
                  <a:pt x="163599" y="830614"/>
                </a:lnTo>
                <a:lnTo>
                  <a:pt x="199813" y="860905"/>
                </a:lnTo>
                <a:lnTo>
                  <a:pt x="237354" y="885719"/>
                </a:lnTo>
                <a:lnTo>
                  <a:pt x="275230" y="904271"/>
                </a:lnTo>
                <a:lnTo>
                  <a:pt x="289117" y="869687"/>
                </a:lnTo>
                <a:lnTo>
                  <a:pt x="248712" y="849122"/>
                </a:lnTo>
                <a:lnTo>
                  <a:pt x="208448" y="820351"/>
                </a:lnTo>
                <a:lnTo>
                  <a:pt x="170362" y="784843"/>
                </a:lnTo>
                <a:lnTo>
                  <a:pt x="136490" y="744065"/>
                </a:lnTo>
                <a:lnTo>
                  <a:pt x="108867" y="699482"/>
                </a:lnTo>
                <a:lnTo>
                  <a:pt x="86591" y="641861"/>
                </a:lnTo>
                <a:lnTo>
                  <a:pt x="56006" y="528128"/>
                </a:lnTo>
                <a:lnTo>
                  <a:pt x="48731" y="548737"/>
                </a:lnTo>
                <a:lnTo>
                  <a:pt x="43574" y="582827"/>
                </a:lnTo>
                <a:lnTo>
                  <a:pt x="44380" y="616997"/>
                </a:lnTo>
                <a:lnTo>
                  <a:pt x="50453" y="650959"/>
                </a:lnTo>
                <a:close/>
              </a:path>
              <a:path w="528954" h="933450">
                <a:moveTo>
                  <a:pt x="96202" y="464801"/>
                </a:moveTo>
                <a:lnTo>
                  <a:pt x="106353" y="477240"/>
                </a:lnTo>
                <a:lnTo>
                  <a:pt x="121034" y="492726"/>
                </a:lnTo>
                <a:lnTo>
                  <a:pt x="130608" y="481916"/>
                </a:lnTo>
                <a:lnTo>
                  <a:pt x="104991" y="454857"/>
                </a:lnTo>
                <a:lnTo>
                  <a:pt x="96202" y="464801"/>
                </a:lnTo>
                <a:close/>
              </a:path>
              <a:path w="528954" h="933450">
                <a:moveTo>
                  <a:pt x="103835" y="515153"/>
                </a:moveTo>
                <a:lnTo>
                  <a:pt x="123353" y="495172"/>
                </a:lnTo>
                <a:lnTo>
                  <a:pt x="121034" y="492726"/>
                </a:lnTo>
                <a:lnTo>
                  <a:pt x="109231" y="506051"/>
                </a:lnTo>
                <a:lnTo>
                  <a:pt x="103835" y="515153"/>
                </a:lnTo>
                <a:close/>
              </a:path>
              <a:path w="528954" h="933450">
                <a:moveTo>
                  <a:pt x="72701" y="494907"/>
                </a:moveTo>
                <a:lnTo>
                  <a:pt x="78372" y="501857"/>
                </a:lnTo>
                <a:lnTo>
                  <a:pt x="97311" y="521831"/>
                </a:lnTo>
                <a:lnTo>
                  <a:pt x="103835" y="515153"/>
                </a:lnTo>
                <a:lnTo>
                  <a:pt x="109231" y="506051"/>
                </a:lnTo>
                <a:lnTo>
                  <a:pt x="121034" y="492726"/>
                </a:lnTo>
                <a:lnTo>
                  <a:pt x="106353" y="477240"/>
                </a:lnTo>
                <a:lnTo>
                  <a:pt x="96202" y="464801"/>
                </a:lnTo>
                <a:lnTo>
                  <a:pt x="78977" y="484295"/>
                </a:lnTo>
                <a:lnTo>
                  <a:pt x="72701" y="494907"/>
                </a:lnTo>
                <a:close/>
              </a:path>
              <a:path w="528954" h="933450">
                <a:moveTo>
                  <a:pt x="30984" y="434585"/>
                </a:moveTo>
                <a:lnTo>
                  <a:pt x="45148" y="458036"/>
                </a:lnTo>
                <a:lnTo>
                  <a:pt x="60964" y="480526"/>
                </a:lnTo>
                <a:lnTo>
                  <a:pt x="72701" y="494907"/>
                </a:lnTo>
                <a:lnTo>
                  <a:pt x="78977" y="484295"/>
                </a:lnTo>
                <a:lnTo>
                  <a:pt x="96202" y="464801"/>
                </a:lnTo>
                <a:lnTo>
                  <a:pt x="90669" y="458021"/>
                </a:lnTo>
                <a:lnTo>
                  <a:pt x="76370" y="437689"/>
                </a:lnTo>
                <a:lnTo>
                  <a:pt x="63526" y="416422"/>
                </a:lnTo>
                <a:lnTo>
                  <a:pt x="30984" y="434585"/>
                </a:lnTo>
                <a:close/>
              </a:path>
              <a:path w="528954" h="933450">
                <a:moveTo>
                  <a:pt x="97311" y="521831"/>
                </a:moveTo>
                <a:lnTo>
                  <a:pt x="99016" y="523281"/>
                </a:lnTo>
                <a:lnTo>
                  <a:pt x="103835" y="515153"/>
                </a:lnTo>
                <a:lnTo>
                  <a:pt x="97311" y="521831"/>
                </a:lnTo>
                <a:close/>
              </a:path>
              <a:path w="528954" h="933450">
                <a:moveTo>
                  <a:pt x="56006" y="528128"/>
                </a:moveTo>
                <a:lnTo>
                  <a:pt x="86591" y="641861"/>
                </a:lnTo>
                <a:lnTo>
                  <a:pt x="81453" y="613188"/>
                </a:lnTo>
                <a:lnTo>
                  <a:pt x="80772" y="585051"/>
                </a:lnTo>
                <a:lnTo>
                  <a:pt x="84850" y="557905"/>
                </a:lnTo>
                <a:lnTo>
                  <a:pt x="94157" y="531476"/>
                </a:lnTo>
                <a:lnTo>
                  <a:pt x="99016" y="523281"/>
                </a:lnTo>
                <a:lnTo>
                  <a:pt x="97311" y="521831"/>
                </a:lnTo>
                <a:lnTo>
                  <a:pt x="78372" y="501857"/>
                </a:lnTo>
                <a:lnTo>
                  <a:pt x="72701" y="494907"/>
                </a:lnTo>
                <a:lnTo>
                  <a:pt x="60378" y="515741"/>
                </a:lnTo>
                <a:lnTo>
                  <a:pt x="56006" y="528128"/>
                </a:lnTo>
                <a:close/>
              </a:path>
              <a:path w="528954" h="933450">
                <a:moveTo>
                  <a:pt x="9635" y="385644"/>
                </a:moveTo>
                <a:lnTo>
                  <a:pt x="30984" y="434583"/>
                </a:lnTo>
                <a:lnTo>
                  <a:pt x="63256" y="416570"/>
                </a:lnTo>
                <a:lnTo>
                  <a:pt x="63525" y="416420"/>
                </a:lnTo>
                <a:lnTo>
                  <a:pt x="43067" y="367204"/>
                </a:lnTo>
                <a:lnTo>
                  <a:pt x="11102" y="248341"/>
                </a:lnTo>
                <a:lnTo>
                  <a:pt x="880" y="292148"/>
                </a:lnTo>
                <a:lnTo>
                  <a:pt x="0" y="338025"/>
                </a:lnTo>
                <a:lnTo>
                  <a:pt x="9635" y="385644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9712389" y="5340458"/>
            <a:ext cx="2192020" cy="2870200"/>
            <a:chOff x="9712389" y="5340458"/>
            <a:chExt cx="2192020" cy="2870200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25514" y="5974273"/>
              <a:ext cx="241606" cy="23252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1173968" y="5823927"/>
              <a:ext cx="730250" cy="729615"/>
            </a:xfrm>
            <a:custGeom>
              <a:avLst/>
              <a:gdLst/>
              <a:ahLst/>
              <a:cxnLst/>
              <a:rect l="l" t="t" r="r" b="b"/>
              <a:pathLst>
                <a:path w="730250" h="729615">
                  <a:moveTo>
                    <a:pt x="286550" y="476758"/>
                  </a:moveTo>
                  <a:lnTo>
                    <a:pt x="260362" y="466902"/>
                  </a:lnTo>
                  <a:lnTo>
                    <a:pt x="235394" y="453466"/>
                  </a:lnTo>
                  <a:lnTo>
                    <a:pt x="211658" y="437057"/>
                  </a:lnTo>
                  <a:lnTo>
                    <a:pt x="190588" y="419481"/>
                  </a:lnTo>
                  <a:lnTo>
                    <a:pt x="189865" y="418884"/>
                  </a:lnTo>
                  <a:lnTo>
                    <a:pt x="189141" y="418274"/>
                  </a:lnTo>
                  <a:lnTo>
                    <a:pt x="162636" y="392912"/>
                  </a:lnTo>
                  <a:lnTo>
                    <a:pt x="141033" y="368922"/>
                  </a:lnTo>
                  <a:lnTo>
                    <a:pt x="139573" y="367309"/>
                  </a:lnTo>
                  <a:lnTo>
                    <a:pt x="138099" y="365658"/>
                  </a:lnTo>
                  <a:lnTo>
                    <a:pt x="116941" y="336613"/>
                  </a:lnTo>
                  <a:lnTo>
                    <a:pt x="100584" y="305854"/>
                  </a:lnTo>
                  <a:lnTo>
                    <a:pt x="96393" y="299758"/>
                  </a:lnTo>
                  <a:lnTo>
                    <a:pt x="90690" y="296062"/>
                  </a:lnTo>
                  <a:lnTo>
                    <a:pt x="90398" y="295871"/>
                  </a:lnTo>
                  <a:lnTo>
                    <a:pt x="83375" y="294525"/>
                  </a:lnTo>
                  <a:lnTo>
                    <a:pt x="76136" y="296037"/>
                  </a:lnTo>
                  <a:lnTo>
                    <a:pt x="70040" y="300228"/>
                  </a:lnTo>
                  <a:lnTo>
                    <a:pt x="66167" y="306222"/>
                  </a:lnTo>
                  <a:lnTo>
                    <a:pt x="64846" y="313105"/>
                  </a:lnTo>
                  <a:lnTo>
                    <a:pt x="66319" y="320484"/>
                  </a:lnTo>
                  <a:lnTo>
                    <a:pt x="85344" y="356349"/>
                  </a:lnTo>
                  <a:lnTo>
                    <a:pt x="109270" y="389280"/>
                  </a:lnTo>
                  <a:lnTo>
                    <a:pt x="135953" y="418922"/>
                  </a:lnTo>
                  <a:lnTo>
                    <a:pt x="164185" y="445947"/>
                  </a:lnTo>
                  <a:lnTo>
                    <a:pt x="215836" y="485178"/>
                  </a:lnTo>
                  <a:lnTo>
                    <a:pt x="276059" y="512521"/>
                  </a:lnTo>
                  <a:lnTo>
                    <a:pt x="286550" y="476758"/>
                  </a:lnTo>
                  <a:close/>
                </a:path>
                <a:path w="730250" h="729615">
                  <a:moveTo>
                    <a:pt x="385356" y="522859"/>
                  </a:moveTo>
                  <a:lnTo>
                    <a:pt x="376745" y="486600"/>
                  </a:lnTo>
                  <a:lnTo>
                    <a:pt x="355053" y="489381"/>
                  </a:lnTo>
                  <a:lnTo>
                    <a:pt x="333298" y="487972"/>
                  </a:lnTo>
                  <a:lnTo>
                    <a:pt x="310705" y="483425"/>
                  </a:lnTo>
                  <a:lnTo>
                    <a:pt x="286550" y="476758"/>
                  </a:lnTo>
                  <a:lnTo>
                    <a:pt x="276072" y="512521"/>
                  </a:lnTo>
                  <a:lnTo>
                    <a:pt x="301409" y="519544"/>
                  </a:lnTo>
                  <a:lnTo>
                    <a:pt x="328066" y="524878"/>
                  </a:lnTo>
                  <a:lnTo>
                    <a:pt x="356044" y="526618"/>
                  </a:lnTo>
                  <a:lnTo>
                    <a:pt x="385356" y="522859"/>
                  </a:lnTo>
                  <a:close/>
                </a:path>
                <a:path w="730250" h="729615">
                  <a:moveTo>
                    <a:pt x="539292" y="257302"/>
                  </a:moveTo>
                  <a:lnTo>
                    <a:pt x="521627" y="212255"/>
                  </a:lnTo>
                  <a:lnTo>
                    <a:pt x="494588" y="174879"/>
                  </a:lnTo>
                  <a:lnTo>
                    <a:pt x="464477" y="147015"/>
                  </a:lnTo>
                  <a:lnTo>
                    <a:pt x="463435" y="146050"/>
                  </a:lnTo>
                  <a:lnTo>
                    <a:pt x="424218" y="118198"/>
                  </a:lnTo>
                  <a:lnTo>
                    <a:pt x="380923" y="92925"/>
                  </a:lnTo>
                  <a:lnTo>
                    <a:pt x="341833" y="79451"/>
                  </a:lnTo>
                  <a:lnTo>
                    <a:pt x="327571" y="77901"/>
                  </a:lnTo>
                  <a:lnTo>
                    <a:pt x="320268" y="79108"/>
                  </a:lnTo>
                  <a:lnTo>
                    <a:pt x="314210" y="82892"/>
                  </a:lnTo>
                  <a:lnTo>
                    <a:pt x="310007" y="88671"/>
                  </a:lnTo>
                  <a:lnTo>
                    <a:pt x="308279" y="95859"/>
                  </a:lnTo>
                  <a:lnTo>
                    <a:pt x="309486" y="103162"/>
                  </a:lnTo>
                  <a:lnTo>
                    <a:pt x="335368" y="116154"/>
                  </a:lnTo>
                  <a:lnTo>
                    <a:pt x="344779" y="118440"/>
                  </a:lnTo>
                  <a:lnTo>
                    <a:pt x="384657" y="137502"/>
                  </a:lnTo>
                  <a:lnTo>
                    <a:pt x="438226" y="173316"/>
                  </a:lnTo>
                  <a:lnTo>
                    <a:pt x="466966" y="199885"/>
                  </a:lnTo>
                  <a:lnTo>
                    <a:pt x="503085" y="266115"/>
                  </a:lnTo>
                  <a:lnTo>
                    <a:pt x="539292" y="257302"/>
                  </a:lnTo>
                  <a:close/>
                </a:path>
                <a:path w="730250" h="729615">
                  <a:moveTo>
                    <a:pt x="544791" y="298869"/>
                  </a:moveTo>
                  <a:lnTo>
                    <a:pt x="539292" y="257302"/>
                  </a:lnTo>
                  <a:lnTo>
                    <a:pt x="503085" y="266128"/>
                  </a:lnTo>
                  <a:lnTo>
                    <a:pt x="507542" y="300037"/>
                  </a:lnTo>
                  <a:lnTo>
                    <a:pt x="505142" y="334873"/>
                  </a:lnTo>
                  <a:lnTo>
                    <a:pt x="481520" y="402082"/>
                  </a:lnTo>
                  <a:lnTo>
                    <a:pt x="436854" y="456133"/>
                  </a:lnTo>
                  <a:lnTo>
                    <a:pt x="376745" y="486600"/>
                  </a:lnTo>
                  <a:lnTo>
                    <a:pt x="382460" y="510654"/>
                  </a:lnTo>
                  <a:lnTo>
                    <a:pt x="425361" y="508076"/>
                  </a:lnTo>
                  <a:lnTo>
                    <a:pt x="460476" y="484949"/>
                  </a:lnTo>
                  <a:lnTo>
                    <a:pt x="490245" y="455117"/>
                  </a:lnTo>
                  <a:lnTo>
                    <a:pt x="514019" y="420306"/>
                  </a:lnTo>
                  <a:lnTo>
                    <a:pt x="531406" y="381850"/>
                  </a:lnTo>
                  <a:lnTo>
                    <a:pt x="541909" y="340880"/>
                  </a:lnTo>
                  <a:lnTo>
                    <a:pt x="544791" y="298869"/>
                  </a:lnTo>
                  <a:close/>
                </a:path>
                <a:path w="730250" h="729615">
                  <a:moveTo>
                    <a:pt x="730161" y="371271"/>
                  </a:moveTo>
                  <a:lnTo>
                    <a:pt x="726681" y="324612"/>
                  </a:lnTo>
                  <a:lnTo>
                    <a:pt x="716559" y="278980"/>
                  </a:lnTo>
                  <a:lnTo>
                    <a:pt x="700328" y="235026"/>
                  </a:lnTo>
                  <a:lnTo>
                    <a:pt x="678510" y="193408"/>
                  </a:lnTo>
                  <a:lnTo>
                    <a:pt x="651637" y="154774"/>
                  </a:lnTo>
                  <a:lnTo>
                    <a:pt x="620217" y="119811"/>
                  </a:lnTo>
                  <a:lnTo>
                    <a:pt x="584796" y="89141"/>
                  </a:lnTo>
                  <a:lnTo>
                    <a:pt x="546074" y="63563"/>
                  </a:lnTo>
                  <a:lnTo>
                    <a:pt x="504024" y="43383"/>
                  </a:lnTo>
                  <a:lnTo>
                    <a:pt x="497674" y="40741"/>
                  </a:lnTo>
                  <a:lnTo>
                    <a:pt x="491134" y="37807"/>
                  </a:lnTo>
                  <a:lnTo>
                    <a:pt x="484365" y="34594"/>
                  </a:lnTo>
                  <a:lnTo>
                    <a:pt x="477329" y="31165"/>
                  </a:lnTo>
                  <a:lnTo>
                    <a:pt x="462762" y="23990"/>
                  </a:lnTo>
                  <a:lnTo>
                    <a:pt x="455168" y="20345"/>
                  </a:lnTo>
                  <a:lnTo>
                    <a:pt x="414642" y="4686"/>
                  </a:lnTo>
                  <a:lnTo>
                    <a:pt x="378548" y="0"/>
                  </a:lnTo>
                  <a:lnTo>
                    <a:pt x="371348" y="1676"/>
                  </a:lnTo>
                  <a:lnTo>
                    <a:pt x="365544" y="5842"/>
                  </a:lnTo>
                  <a:lnTo>
                    <a:pt x="361721" y="11874"/>
                  </a:lnTo>
                  <a:lnTo>
                    <a:pt x="360476" y="19164"/>
                  </a:lnTo>
                  <a:lnTo>
                    <a:pt x="362153" y="26377"/>
                  </a:lnTo>
                  <a:lnTo>
                    <a:pt x="392023" y="37960"/>
                  </a:lnTo>
                  <a:lnTo>
                    <a:pt x="404850" y="40640"/>
                  </a:lnTo>
                  <a:lnTo>
                    <a:pt x="446443" y="57492"/>
                  </a:lnTo>
                  <a:lnTo>
                    <a:pt x="460870" y="64604"/>
                  </a:lnTo>
                  <a:lnTo>
                    <a:pt x="468122" y="68148"/>
                  </a:lnTo>
                  <a:lnTo>
                    <a:pt x="475488" y="71628"/>
                  </a:lnTo>
                  <a:lnTo>
                    <a:pt x="482904" y="74955"/>
                  </a:lnTo>
                  <a:lnTo>
                    <a:pt x="490347" y="78041"/>
                  </a:lnTo>
                  <a:lnTo>
                    <a:pt x="531685" y="98247"/>
                  </a:lnTo>
                  <a:lnTo>
                    <a:pt x="569620" y="124485"/>
                  </a:lnTo>
                  <a:lnTo>
                    <a:pt x="601573" y="154089"/>
                  </a:lnTo>
                  <a:lnTo>
                    <a:pt x="603554" y="155917"/>
                  </a:lnTo>
                  <a:lnTo>
                    <a:pt x="632904" y="191757"/>
                  </a:lnTo>
                  <a:lnTo>
                    <a:pt x="657072" y="231165"/>
                  </a:lnTo>
                  <a:lnTo>
                    <a:pt x="675487" y="273342"/>
                  </a:lnTo>
                  <a:lnTo>
                    <a:pt x="687552" y="317461"/>
                  </a:lnTo>
                  <a:lnTo>
                    <a:pt x="692670" y="362699"/>
                  </a:lnTo>
                  <a:lnTo>
                    <a:pt x="690270" y="408241"/>
                  </a:lnTo>
                  <a:lnTo>
                    <a:pt x="679754" y="453275"/>
                  </a:lnTo>
                  <a:lnTo>
                    <a:pt x="658850" y="501764"/>
                  </a:lnTo>
                  <a:lnTo>
                    <a:pt x="629589" y="547789"/>
                  </a:lnTo>
                  <a:lnTo>
                    <a:pt x="593051" y="589940"/>
                  </a:lnTo>
                  <a:lnTo>
                    <a:pt x="550329" y="626795"/>
                  </a:lnTo>
                  <a:lnTo>
                    <a:pt x="502805" y="656780"/>
                  </a:lnTo>
                  <a:lnTo>
                    <a:pt x="451827" y="678535"/>
                  </a:lnTo>
                  <a:lnTo>
                    <a:pt x="398526" y="690816"/>
                  </a:lnTo>
                  <a:lnTo>
                    <a:pt x="344030" y="692429"/>
                  </a:lnTo>
                  <a:lnTo>
                    <a:pt x="292569" y="683247"/>
                  </a:lnTo>
                  <a:lnTo>
                    <a:pt x="245173" y="664756"/>
                  </a:lnTo>
                  <a:lnTo>
                    <a:pt x="202006" y="638441"/>
                  </a:lnTo>
                  <a:lnTo>
                    <a:pt x="163245" y="605828"/>
                  </a:lnTo>
                  <a:lnTo>
                    <a:pt x="129044" y="568375"/>
                  </a:lnTo>
                  <a:lnTo>
                    <a:pt x="93218" y="517398"/>
                  </a:lnTo>
                  <a:lnTo>
                    <a:pt x="65773" y="465366"/>
                  </a:lnTo>
                  <a:lnTo>
                    <a:pt x="46926" y="415620"/>
                  </a:lnTo>
                  <a:lnTo>
                    <a:pt x="36918" y="371513"/>
                  </a:lnTo>
                  <a:lnTo>
                    <a:pt x="34544" y="364667"/>
                  </a:lnTo>
                  <a:lnTo>
                    <a:pt x="15938" y="355587"/>
                  </a:lnTo>
                  <a:lnTo>
                    <a:pt x="8953" y="358013"/>
                  </a:lnTo>
                  <a:lnTo>
                    <a:pt x="3632" y="362775"/>
                  </a:lnTo>
                  <a:lnTo>
                    <a:pt x="469" y="369189"/>
                  </a:lnTo>
                  <a:lnTo>
                    <a:pt x="0" y="376567"/>
                  </a:lnTo>
                  <a:lnTo>
                    <a:pt x="8153" y="415645"/>
                  </a:lnTo>
                  <a:lnTo>
                    <a:pt x="22428" y="458431"/>
                  </a:lnTo>
                  <a:lnTo>
                    <a:pt x="42633" y="503212"/>
                  </a:lnTo>
                  <a:lnTo>
                    <a:pt x="68592" y="548259"/>
                  </a:lnTo>
                  <a:lnTo>
                    <a:pt x="100088" y="591820"/>
                  </a:lnTo>
                  <a:lnTo>
                    <a:pt x="130670" y="626008"/>
                  </a:lnTo>
                  <a:lnTo>
                    <a:pt x="165214" y="657212"/>
                  </a:lnTo>
                  <a:lnTo>
                    <a:pt x="203619" y="684288"/>
                  </a:lnTo>
                  <a:lnTo>
                    <a:pt x="245821" y="706132"/>
                  </a:lnTo>
                  <a:lnTo>
                    <a:pt x="291719" y="721601"/>
                  </a:lnTo>
                  <a:lnTo>
                    <a:pt x="341236" y="729589"/>
                  </a:lnTo>
                  <a:lnTo>
                    <a:pt x="391071" y="729145"/>
                  </a:lnTo>
                  <a:lnTo>
                    <a:pt x="439762" y="720801"/>
                  </a:lnTo>
                  <a:lnTo>
                    <a:pt x="486651" y="705396"/>
                  </a:lnTo>
                  <a:lnTo>
                    <a:pt x="531126" y="683755"/>
                  </a:lnTo>
                  <a:lnTo>
                    <a:pt x="572541" y="656717"/>
                  </a:lnTo>
                  <a:lnTo>
                    <a:pt x="610400" y="625005"/>
                  </a:lnTo>
                  <a:lnTo>
                    <a:pt x="644232" y="589254"/>
                  </a:lnTo>
                  <a:lnTo>
                    <a:pt x="673404" y="550189"/>
                  </a:lnTo>
                  <a:lnTo>
                    <a:pt x="697242" y="508533"/>
                  </a:lnTo>
                  <a:lnTo>
                    <a:pt x="715111" y="465023"/>
                  </a:lnTo>
                  <a:lnTo>
                    <a:pt x="726478" y="418287"/>
                  </a:lnTo>
                  <a:lnTo>
                    <a:pt x="730161" y="371271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12389" y="5340458"/>
              <a:ext cx="1968508" cy="2870005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5294071" y="366851"/>
            <a:ext cx="388620" cy="672465"/>
          </a:xfrm>
          <a:custGeom>
            <a:avLst/>
            <a:gdLst/>
            <a:ahLst/>
            <a:cxnLst/>
            <a:rect l="l" t="t" r="r" b="b"/>
            <a:pathLst>
              <a:path w="388620" h="672465">
                <a:moveTo>
                  <a:pt x="313131" y="654354"/>
                </a:moveTo>
                <a:lnTo>
                  <a:pt x="312839" y="648081"/>
                </a:lnTo>
                <a:lnTo>
                  <a:pt x="310476" y="642264"/>
                </a:lnTo>
                <a:lnTo>
                  <a:pt x="306171" y="637451"/>
                </a:lnTo>
                <a:lnTo>
                  <a:pt x="299974" y="632294"/>
                </a:lnTo>
                <a:lnTo>
                  <a:pt x="283565" y="618629"/>
                </a:lnTo>
                <a:lnTo>
                  <a:pt x="261696" y="598843"/>
                </a:lnTo>
                <a:lnTo>
                  <a:pt x="240080" y="578345"/>
                </a:lnTo>
                <a:lnTo>
                  <a:pt x="218249" y="557390"/>
                </a:lnTo>
                <a:lnTo>
                  <a:pt x="196049" y="536587"/>
                </a:lnTo>
                <a:lnTo>
                  <a:pt x="148615" y="496671"/>
                </a:lnTo>
                <a:lnTo>
                  <a:pt x="113169" y="472694"/>
                </a:lnTo>
                <a:lnTo>
                  <a:pt x="74815" y="456044"/>
                </a:lnTo>
                <a:lnTo>
                  <a:pt x="44678" y="453072"/>
                </a:lnTo>
                <a:lnTo>
                  <a:pt x="44018" y="453072"/>
                </a:lnTo>
                <a:lnTo>
                  <a:pt x="27876" y="457339"/>
                </a:lnTo>
                <a:lnTo>
                  <a:pt x="12903" y="467537"/>
                </a:lnTo>
                <a:lnTo>
                  <a:pt x="37566" y="492760"/>
                </a:lnTo>
                <a:lnTo>
                  <a:pt x="12890" y="467537"/>
                </a:lnTo>
                <a:lnTo>
                  <a:pt x="6184" y="475767"/>
                </a:lnTo>
                <a:lnTo>
                  <a:pt x="1930" y="484670"/>
                </a:lnTo>
                <a:lnTo>
                  <a:pt x="0" y="494017"/>
                </a:lnTo>
                <a:lnTo>
                  <a:pt x="266" y="503593"/>
                </a:lnTo>
                <a:lnTo>
                  <a:pt x="23761" y="545058"/>
                </a:lnTo>
                <a:lnTo>
                  <a:pt x="52412" y="569747"/>
                </a:lnTo>
                <a:lnTo>
                  <a:pt x="74472" y="539711"/>
                </a:lnTo>
                <a:lnTo>
                  <a:pt x="67297" y="534238"/>
                </a:lnTo>
                <a:lnTo>
                  <a:pt x="59118" y="527380"/>
                </a:lnTo>
                <a:lnTo>
                  <a:pt x="36982" y="496112"/>
                </a:lnTo>
                <a:lnTo>
                  <a:pt x="38963" y="494182"/>
                </a:lnTo>
                <a:lnTo>
                  <a:pt x="42824" y="491553"/>
                </a:lnTo>
                <a:lnTo>
                  <a:pt x="48272" y="490093"/>
                </a:lnTo>
                <a:lnTo>
                  <a:pt x="55575" y="490118"/>
                </a:lnTo>
                <a:lnTo>
                  <a:pt x="94361" y="504863"/>
                </a:lnTo>
                <a:lnTo>
                  <a:pt x="126238" y="526465"/>
                </a:lnTo>
                <a:lnTo>
                  <a:pt x="170827" y="564019"/>
                </a:lnTo>
                <a:lnTo>
                  <a:pt x="214147" y="605116"/>
                </a:lnTo>
                <a:lnTo>
                  <a:pt x="219087" y="609803"/>
                </a:lnTo>
                <a:lnTo>
                  <a:pt x="204101" y="604951"/>
                </a:lnTo>
                <a:lnTo>
                  <a:pt x="158623" y="587235"/>
                </a:lnTo>
                <a:lnTo>
                  <a:pt x="115277" y="565873"/>
                </a:lnTo>
                <a:lnTo>
                  <a:pt x="74472" y="539724"/>
                </a:lnTo>
                <a:lnTo>
                  <a:pt x="52412" y="569747"/>
                </a:lnTo>
                <a:lnTo>
                  <a:pt x="96913" y="598284"/>
                </a:lnTo>
                <a:lnTo>
                  <a:pt x="143649" y="621347"/>
                </a:lnTo>
                <a:lnTo>
                  <a:pt x="191871" y="640168"/>
                </a:lnTo>
                <a:lnTo>
                  <a:pt x="240779" y="655980"/>
                </a:lnTo>
                <a:lnTo>
                  <a:pt x="289623" y="670026"/>
                </a:lnTo>
                <a:lnTo>
                  <a:pt x="298183" y="672426"/>
                </a:lnTo>
                <a:lnTo>
                  <a:pt x="307225" y="668451"/>
                </a:lnTo>
                <a:lnTo>
                  <a:pt x="311251" y="660527"/>
                </a:lnTo>
                <a:lnTo>
                  <a:pt x="313131" y="654354"/>
                </a:lnTo>
                <a:close/>
              </a:path>
              <a:path w="388620" h="672465">
                <a:moveTo>
                  <a:pt x="388620" y="604951"/>
                </a:moveTo>
                <a:lnTo>
                  <a:pt x="388493" y="598157"/>
                </a:lnTo>
                <a:lnTo>
                  <a:pt x="388518" y="597979"/>
                </a:lnTo>
                <a:lnTo>
                  <a:pt x="388480" y="597814"/>
                </a:lnTo>
                <a:lnTo>
                  <a:pt x="370268" y="601713"/>
                </a:lnTo>
                <a:lnTo>
                  <a:pt x="371335" y="601370"/>
                </a:lnTo>
                <a:lnTo>
                  <a:pt x="378587" y="599922"/>
                </a:lnTo>
                <a:lnTo>
                  <a:pt x="388480" y="597814"/>
                </a:lnTo>
                <a:lnTo>
                  <a:pt x="388226" y="596607"/>
                </a:lnTo>
                <a:lnTo>
                  <a:pt x="388035" y="596099"/>
                </a:lnTo>
                <a:lnTo>
                  <a:pt x="388073" y="595871"/>
                </a:lnTo>
                <a:lnTo>
                  <a:pt x="378904" y="552234"/>
                </a:lnTo>
                <a:lnTo>
                  <a:pt x="369697" y="504634"/>
                </a:lnTo>
                <a:lnTo>
                  <a:pt x="361759" y="456412"/>
                </a:lnTo>
                <a:lnTo>
                  <a:pt x="355993" y="408813"/>
                </a:lnTo>
                <a:lnTo>
                  <a:pt x="353275" y="363143"/>
                </a:lnTo>
                <a:lnTo>
                  <a:pt x="353136" y="345224"/>
                </a:lnTo>
                <a:lnTo>
                  <a:pt x="353326" y="326732"/>
                </a:lnTo>
                <a:lnTo>
                  <a:pt x="354622" y="268160"/>
                </a:lnTo>
                <a:lnTo>
                  <a:pt x="354863" y="247954"/>
                </a:lnTo>
                <a:lnTo>
                  <a:pt x="354228" y="207086"/>
                </a:lnTo>
                <a:lnTo>
                  <a:pt x="351180" y="166281"/>
                </a:lnTo>
                <a:lnTo>
                  <a:pt x="344512" y="125869"/>
                </a:lnTo>
                <a:lnTo>
                  <a:pt x="332943" y="86817"/>
                </a:lnTo>
                <a:lnTo>
                  <a:pt x="324764" y="69837"/>
                </a:lnTo>
                <a:lnTo>
                  <a:pt x="324764" y="460705"/>
                </a:lnTo>
                <a:lnTo>
                  <a:pt x="323557" y="458520"/>
                </a:lnTo>
                <a:lnTo>
                  <a:pt x="286219" y="392722"/>
                </a:lnTo>
                <a:lnTo>
                  <a:pt x="252463" y="328561"/>
                </a:lnTo>
                <a:lnTo>
                  <a:pt x="232765" y="283679"/>
                </a:lnTo>
                <a:lnTo>
                  <a:pt x="215125" y="234696"/>
                </a:lnTo>
                <a:lnTo>
                  <a:pt x="201460" y="183984"/>
                </a:lnTo>
                <a:lnTo>
                  <a:pt x="193662" y="133883"/>
                </a:lnTo>
                <a:lnTo>
                  <a:pt x="193636" y="86791"/>
                </a:lnTo>
                <a:lnTo>
                  <a:pt x="198374" y="65735"/>
                </a:lnTo>
                <a:lnTo>
                  <a:pt x="206756" y="50825"/>
                </a:lnTo>
                <a:lnTo>
                  <a:pt x="217373" y="41452"/>
                </a:lnTo>
                <a:lnTo>
                  <a:pt x="228841" y="36982"/>
                </a:lnTo>
                <a:lnTo>
                  <a:pt x="241312" y="36830"/>
                </a:lnTo>
                <a:lnTo>
                  <a:pt x="241604" y="36817"/>
                </a:lnTo>
                <a:lnTo>
                  <a:pt x="283298" y="69253"/>
                </a:lnTo>
                <a:lnTo>
                  <a:pt x="308165" y="134124"/>
                </a:lnTo>
                <a:lnTo>
                  <a:pt x="316992" y="208584"/>
                </a:lnTo>
                <a:lnTo>
                  <a:pt x="317588" y="247764"/>
                </a:lnTo>
                <a:lnTo>
                  <a:pt x="317360" y="267462"/>
                </a:lnTo>
                <a:lnTo>
                  <a:pt x="316064" y="326110"/>
                </a:lnTo>
                <a:lnTo>
                  <a:pt x="315874" y="345224"/>
                </a:lnTo>
                <a:lnTo>
                  <a:pt x="316026" y="363893"/>
                </a:lnTo>
                <a:lnTo>
                  <a:pt x="318871" y="411949"/>
                </a:lnTo>
                <a:lnTo>
                  <a:pt x="324764" y="460705"/>
                </a:lnTo>
                <a:lnTo>
                  <a:pt x="324764" y="69837"/>
                </a:lnTo>
                <a:lnTo>
                  <a:pt x="295910" y="25374"/>
                </a:lnTo>
                <a:lnTo>
                  <a:pt x="248018" y="88"/>
                </a:lnTo>
                <a:lnTo>
                  <a:pt x="247751" y="0"/>
                </a:lnTo>
                <a:lnTo>
                  <a:pt x="221729" y="406"/>
                </a:lnTo>
                <a:lnTo>
                  <a:pt x="177685" y="27508"/>
                </a:lnTo>
                <a:lnTo>
                  <a:pt x="156552" y="83058"/>
                </a:lnTo>
                <a:lnTo>
                  <a:pt x="156476" y="136220"/>
                </a:lnTo>
                <a:lnTo>
                  <a:pt x="164960" y="191490"/>
                </a:lnTo>
                <a:lnTo>
                  <a:pt x="179730" y="246354"/>
                </a:lnTo>
                <a:lnTo>
                  <a:pt x="198450" y="298246"/>
                </a:lnTo>
                <a:lnTo>
                  <a:pt x="218846" y="344627"/>
                </a:lnTo>
                <a:lnTo>
                  <a:pt x="253707" y="410933"/>
                </a:lnTo>
                <a:lnTo>
                  <a:pt x="291058" y="476745"/>
                </a:lnTo>
                <a:lnTo>
                  <a:pt x="309143" y="509752"/>
                </a:lnTo>
                <a:lnTo>
                  <a:pt x="325704" y="542290"/>
                </a:lnTo>
                <a:lnTo>
                  <a:pt x="340385" y="574903"/>
                </a:lnTo>
                <a:lnTo>
                  <a:pt x="352564" y="607529"/>
                </a:lnTo>
                <a:lnTo>
                  <a:pt x="356044" y="613765"/>
                </a:lnTo>
                <a:lnTo>
                  <a:pt x="361429" y="618109"/>
                </a:lnTo>
                <a:lnTo>
                  <a:pt x="368007" y="620217"/>
                </a:lnTo>
                <a:lnTo>
                  <a:pt x="375132" y="619696"/>
                </a:lnTo>
                <a:lnTo>
                  <a:pt x="381546" y="616546"/>
                </a:lnTo>
                <a:lnTo>
                  <a:pt x="386168" y="611416"/>
                </a:lnTo>
                <a:lnTo>
                  <a:pt x="388620" y="604951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60675" y="622984"/>
            <a:ext cx="168275" cy="360045"/>
          </a:xfrm>
          <a:custGeom>
            <a:avLst/>
            <a:gdLst/>
            <a:ahLst/>
            <a:cxnLst/>
            <a:rect l="l" t="t" r="r" b="b"/>
            <a:pathLst>
              <a:path w="168275" h="360044">
                <a:moveTo>
                  <a:pt x="116675" y="112360"/>
                </a:moveTo>
                <a:lnTo>
                  <a:pt x="150723" y="127513"/>
                </a:lnTo>
                <a:lnTo>
                  <a:pt x="155790" y="115751"/>
                </a:lnTo>
                <a:lnTo>
                  <a:pt x="160754" y="102668"/>
                </a:lnTo>
                <a:lnTo>
                  <a:pt x="165080" y="88041"/>
                </a:lnTo>
                <a:lnTo>
                  <a:pt x="167518" y="74082"/>
                </a:lnTo>
                <a:lnTo>
                  <a:pt x="167863" y="58394"/>
                </a:lnTo>
                <a:lnTo>
                  <a:pt x="164977" y="42590"/>
                </a:lnTo>
                <a:lnTo>
                  <a:pt x="158065" y="27218"/>
                </a:lnTo>
                <a:lnTo>
                  <a:pt x="146330" y="12827"/>
                </a:lnTo>
                <a:lnTo>
                  <a:pt x="139141" y="20379"/>
                </a:lnTo>
                <a:lnTo>
                  <a:pt x="128822" y="79479"/>
                </a:lnTo>
                <a:lnTo>
                  <a:pt x="125790" y="89621"/>
                </a:lnTo>
                <a:lnTo>
                  <a:pt x="125726" y="89986"/>
                </a:lnTo>
                <a:lnTo>
                  <a:pt x="121419" y="101321"/>
                </a:lnTo>
                <a:lnTo>
                  <a:pt x="116675" y="112360"/>
                </a:lnTo>
                <a:close/>
              </a:path>
              <a:path w="168275" h="360044">
                <a:moveTo>
                  <a:pt x="37455" y="258025"/>
                </a:moveTo>
                <a:lnTo>
                  <a:pt x="37611" y="267765"/>
                </a:lnTo>
                <a:lnTo>
                  <a:pt x="66121" y="282730"/>
                </a:lnTo>
                <a:lnTo>
                  <a:pt x="66389" y="282870"/>
                </a:lnTo>
                <a:lnTo>
                  <a:pt x="76657" y="263860"/>
                </a:lnTo>
                <a:lnTo>
                  <a:pt x="120137" y="187735"/>
                </a:lnTo>
                <a:lnTo>
                  <a:pt x="130827" y="168104"/>
                </a:lnTo>
                <a:lnTo>
                  <a:pt x="141088" y="148051"/>
                </a:lnTo>
                <a:lnTo>
                  <a:pt x="150723" y="127513"/>
                </a:lnTo>
                <a:lnTo>
                  <a:pt x="116675" y="112361"/>
                </a:lnTo>
                <a:lnTo>
                  <a:pt x="107635" y="131630"/>
                </a:lnTo>
                <a:lnTo>
                  <a:pt x="97900" y="150651"/>
                </a:lnTo>
                <a:lnTo>
                  <a:pt x="87608" y="169549"/>
                </a:lnTo>
                <a:lnTo>
                  <a:pt x="44005" y="245900"/>
                </a:lnTo>
                <a:lnTo>
                  <a:pt x="37455" y="258025"/>
                </a:lnTo>
                <a:close/>
              </a:path>
              <a:path w="168275" h="360044">
                <a:moveTo>
                  <a:pt x="33121" y="63297"/>
                </a:moveTo>
                <a:lnTo>
                  <a:pt x="65640" y="80859"/>
                </a:lnTo>
                <a:lnTo>
                  <a:pt x="65912" y="81006"/>
                </a:lnTo>
                <a:lnTo>
                  <a:pt x="70747" y="73290"/>
                </a:lnTo>
                <a:lnTo>
                  <a:pt x="103205" y="40599"/>
                </a:lnTo>
                <a:lnTo>
                  <a:pt x="115906" y="36875"/>
                </a:lnTo>
                <a:lnTo>
                  <a:pt x="118024" y="37330"/>
                </a:lnTo>
                <a:lnTo>
                  <a:pt x="120697" y="39758"/>
                </a:lnTo>
                <a:lnTo>
                  <a:pt x="146330" y="12825"/>
                </a:lnTo>
                <a:lnTo>
                  <a:pt x="137148" y="5903"/>
                </a:lnTo>
                <a:lnTo>
                  <a:pt x="127343" y="1698"/>
                </a:lnTo>
                <a:lnTo>
                  <a:pt x="117214" y="0"/>
                </a:lnTo>
                <a:lnTo>
                  <a:pt x="106980" y="571"/>
                </a:lnTo>
                <a:lnTo>
                  <a:pt x="60676" y="27636"/>
                </a:lnTo>
                <a:lnTo>
                  <a:pt x="39800" y="52526"/>
                </a:lnTo>
                <a:lnTo>
                  <a:pt x="33121" y="63297"/>
                </a:lnTo>
                <a:close/>
              </a:path>
              <a:path w="168275" h="360044">
                <a:moveTo>
                  <a:pt x="120697" y="39759"/>
                </a:moveTo>
                <a:lnTo>
                  <a:pt x="122688" y="42286"/>
                </a:lnTo>
                <a:lnTo>
                  <a:pt x="126050" y="46332"/>
                </a:lnTo>
                <a:lnTo>
                  <a:pt x="129336" y="53465"/>
                </a:lnTo>
                <a:lnTo>
                  <a:pt x="130731" y="61323"/>
                </a:lnTo>
                <a:lnTo>
                  <a:pt x="130475" y="70010"/>
                </a:lnTo>
                <a:lnTo>
                  <a:pt x="139141" y="20379"/>
                </a:lnTo>
                <a:lnTo>
                  <a:pt x="120697" y="39759"/>
                </a:lnTo>
                <a:close/>
              </a:path>
              <a:path w="168275" h="360044">
                <a:moveTo>
                  <a:pt x="19397" y="339536"/>
                </a:moveTo>
                <a:lnTo>
                  <a:pt x="20367" y="340132"/>
                </a:lnTo>
                <a:lnTo>
                  <a:pt x="35152" y="348887"/>
                </a:lnTo>
                <a:lnTo>
                  <a:pt x="35393" y="349030"/>
                </a:lnTo>
                <a:lnTo>
                  <a:pt x="40227" y="340323"/>
                </a:lnTo>
                <a:lnTo>
                  <a:pt x="44575" y="331551"/>
                </a:lnTo>
                <a:lnTo>
                  <a:pt x="48530" y="322852"/>
                </a:lnTo>
                <a:lnTo>
                  <a:pt x="59190" y="297985"/>
                </a:lnTo>
                <a:lnTo>
                  <a:pt x="62692" y="290300"/>
                </a:lnTo>
                <a:lnTo>
                  <a:pt x="66389" y="282870"/>
                </a:lnTo>
                <a:lnTo>
                  <a:pt x="49514" y="274014"/>
                </a:lnTo>
                <a:lnTo>
                  <a:pt x="37985" y="340040"/>
                </a:lnTo>
                <a:lnTo>
                  <a:pt x="19397" y="339536"/>
                </a:lnTo>
                <a:close/>
              </a:path>
              <a:path w="168275" h="360044">
                <a:moveTo>
                  <a:pt x="3326" y="330040"/>
                </a:moveTo>
                <a:lnTo>
                  <a:pt x="17522" y="338447"/>
                </a:lnTo>
                <a:lnTo>
                  <a:pt x="19397" y="339536"/>
                </a:lnTo>
                <a:lnTo>
                  <a:pt x="37985" y="340040"/>
                </a:lnTo>
                <a:lnTo>
                  <a:pt x="38250" y="323044"/>
                </a:lnTo>
                <a:lnTo>
                  <a:pt x="38210" y="305884"/>
                </a:lnTo>
                <a:lnTo>
                  <a:pt x="37610" y="267766"/>
                </a:lnTo>
                <a:lnTo>
                  <a:pt x="33662" y="265694"/>
                </a:lnTo>
                <a:lnTo>
                  <a:pt x="33390" y="265551"/>
                </a:lnTo>
                <a:lnTo>
                  <a:pt x="29073" y="274223"/>
                </a:lnTo>
                <a:lnTo>
                  <a:pt x="25095" y="282940"/>
                </a:lnTo>
                <a:lnTo>
                  <a:pt x="14389" y="307907"/>
                </a:lnTo>
                <a:lnTo>
                  <a:pt x="10876" y="315638"/>
                </a:lnTo>
                <a:lnTo>
                  <a:pt x="7227" y="323008"/>
                </a:lnTo>
                <a:lnTo>
                  <a:pt x="3326" y="330040"/>
                </a:lnTo>
                <a:close/>
              </a:path>
              <a:path w="168275" h="360044">
                <a:moveTo>
                  <a:pt x="37610" y="267766"/>
                </a:moveTo>
                <a:lnTo>
                  <a:pt x="38210" y="305884"/>
                </a:lnTo>
                <a:lnTo>
                  <a:pt x="38250" y="323044"/>
                </a:lnTo>
                <a:lnTo>
                  <a:pt x="37985" y="340040"/>
                </a:lnTo>
                <a:lnTo>
                  <a:pt x="49514" y="274014"/>
                </a:lnTo>
                <a:lnTo>
                  <a:pt x="37610" y="267766"/>
                </a:lnTo>
                <a:close/>
              </a:path>
              <a:path w="168275" h="360044">
                <a:moveTo>
                  <a:pt x="734" y="339029"/>
                </a:moveTo>
                <a:lnTo>
                  <a:pt x="504" y="347515"/>
                </a:lnTo>
                <a:lnTo>
                  <a:pt x="4383" y="352819"/>
                </a:lnTo>
                <a:lnTo>
                  <a:pt x="6146" y="355115"/>
                </a:lnTo>
                <a:lnTo>
                  <a:pt x="19136" y="358863"/>
                </a:lnTo>
                <a:lnTo>
                  <a:pt x="19813" y="359059"/>
                </a:lnTo>
                <a:lnTo>
                  <a:pt x="20798" y="359343"/>
                </a:lnTo>
                <a:lnTo>
                  <a:pt x="21580" y="359568"/>
                </a:lnTo>
                <a:lnTo>
                  <a:pt x="22353" y="359791"/>
                </a:lnTo>
                <a:lnTo>
                  <a:pt x="31068" y="356334"/>
                </a:lnTo>
                <a:lnTo>
                  <a:pt x="35393" y="349030"/>
                </a:lnTo>
                <a:lnTo>
                  <a:pt x="19394" y="339555"/>
                </a:lnTo>
                <a:lnTo>
                  <a:pt x="17677" y="339489"/>
                </a:lnTo>
                <a:lnTo>
                  <a:pt x="734" y="339029"/>
                </a:lnTo>
                <a:close/>
              </a:path>
              <a:path w="168275" h="360044">
                <a:moveTo>
                  <a:pt x="33390" y="265550"/>
                </a:moveTo>
                <a:lnTo>
                  <a:pt x="37611" y="267765"/>
                </a:lnTo>
                <a:lnTo>
                  <a:pt x="37455" y="258025"/>
                </a:lnTo>
                <a:lnTo>
                  <a:pt x="33390" y="265550"/>
                </a:lnTo>
                <a:close/>
              </a:path>
              <a:path w="168275" h="360044">
                <a:moveTo>
                  <a:pt x="48457" y="71580"/>
                </a:moveTo>
                <a:lnTo>
                  <a:pt x="3326" y="330040"/>
                </a:lnTo>
                <a:lnTo>
                  <a:pt x="7227" y="323008"/>
                </a:lnTo>
                <a:lnTo>
                  <a:pt x="10876" y="315638"/>
                </a:lnTo>
                <a:lnTo>
                  <a:pt x="14389" y="307907"/>
                </a:lnTo>
                <a:lnTo>
                  <a:pt x="25095" y="282940"/>
                </a:lnTo>
                <a:lnTo>
                  <a:pt x="29073" y="274223"/>
                </a:lnTo>
                <a:lnTo>
                  <a:pt x="33390" y="265550"/>
                </a:lnTo>
                <a:lnTo>
                  <a:pt x="37455" y="258025"/>
                </a:lnTo>
                <a:lnTo>
                  <a:pt x="37265" y="237209"/>
                </a:lnTo>
                <a:lnTo>
                  <a:pt x="40272" y="170484"/>
                </a:lnTo>
                <a:lnTo>
                  <a:pt x="56290" y="75811"/>
                </a:lnTo>
                <a:lnTo>
                  <a:pt x="48667" y="71694"/>
                </a:lnTo>
                <a:lnTo>
                  <a:pt x="48457" y="71580"/>
                </a:lnTo>
                <a:close/>
              </a:path>
              <a:path w="168275" h="360044">
                <a:moveTo>
                  <a:pt x="56290" y="75811"/>
                </a:moveTo>
                <a:lnTo>
                  <a:pt x="45263" y="138961"/>
                </a:lnTo>
                <a:lnTo>
                  <a:pt x="53564" y="109065"/>
                </a:lnTo>
                <a:lnTo>
                  <a:pt x="65912" y="81006"/>
                </a:lnTo>
                <a:lnTo>
                  <a:pt x="56290" y="75811"/>
                </a:lnTo>
                <a:close/>
              </a:path>
              <a:path w="168275" h="360044">
                <a:moveTo>
                  <a:pt x="8810" y="131219"/>
                </a:moveTo>
                <a:lnTo>
                  <a:pt x="3218" y="166488"/>
                </a:lnTo>
                <a:lnTo>
                  <a:pt x="622" y="201897"/>
                </a:lnTo>
                <a:lnTo>
                  <a:pt x="124" y="219591"/>
                </a:lnTo>
                <a:lnTo>
                  <a:pt x="0" y="237257"/>
                </a:lnTo>
                <a:lnTo>
                  <a:pt x="946" y="306217"/>
                </a:lnTo>
                <a:lnTo>
                  <a:pt x="987" y="322774"/>
                </a:lnTo>
                <a:lnTo>
                  <a:pt x="734" y="339029"/>
                </a:lnTo>
                <a:lnTo>
                  <a:pt x="19397" y="339536"/>
                </a:lnTo>
                <a:lnTo>
                  <a:pt x="17827" y="338628"/>
                </a:lnTo>
                <a:lnTo>
                  <a:pt x="3534" y="330163"/>
                </a:lnTo>
                <a:lnTo>
                  <a:pt x="3326" y="330040"/>
                </a:lnTo>
                <a:lnTo>
                  <a:pt x="48457" y="71580"/>
                </a:lnTo>
                <a:lnTo>
                  <a:pt x="33120" y="63298"/>
                </a:lnTo>
                <a:lnTo>
                  <a:pt x="18432" y="96638"/>
                </a:lnTo>
                <a:lnTo>
                  <a:pt x="8810" y="131219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238878" y="2737208"/>
            <a:ext cx="412750" cy="372110"/>
          </a:xfrm>
          <a:custGeom>
            <a:avLst/>
            <a:gdLst/>
            <a:ahLst/>
            <a:cxnLst/>
            <a:rect l="l" t="t" r="r" b="b"/>
            <a:pathLst>
              <a:path w="412750" h="372110">
                <a:moveTo>
                  <a:pt x="5898" y="339549"/>
                </a:moveTo>
                <a:lnTo>
                  <a:pt x="1599" y="345571"/>
                </a:lnTo>
                <a:lnTo>
                  <a:pt x="0" y="352533"/>
                </a:lnTo>
                <a:lnTo>
                  <a:pt x="1127" y="359587"/>
                </a:lnTo>
                <a:lnTo>
                  <a:pt x="5009" y="365886"/>
                </a:lnTo>
                <a:lnTo>
                  <a:pt x="11032" y="370185"/>
                </a:lnTo>
                <a:lnTo>
                  <a:pt x="17993" y="371787"/>
                </a:lnTo>
                <a:lnTo>
                  <a:pt x="25046" y="370660"/>
                </a:lnTo>
                <a:lnTo>
                  <a:pt x="31344" y="366778"/>
                </a:lnTo>
                <a:lnTo>
                  <a:pt x="5898" y="339549"/>
                </a:lnTo>
                <a:close/>
              </a:path>
              <a:path w="412750" h="372110">
                <a:moveTo>
                  <a:pt x="382031" y="4427"/>
                </a:moveTo>
                <a:lnTo>
                  <a:pt x="305760" y="70296"/>
                </a:lnTo>
                <a:lnTo>
                  <a:pt x="267803" y="103381"/>
                </a:lnTo>
                <a:lnTo>
                  <a:pt x="229972" y="136592"/>
                </a:lnTo>
                <a:lnTo>
                  <a:pt x="192272" y="169947"/>
                </a:lnTo>
                <a:lnTo>
                  <a:pt x="154707" y="203465"/>
                </a:lnTo>
                <a:lnTo>
                  <a:pt x="117282" y="237166"/>
                </a:lnTo>
                <a:lnTo>
                  <a:pt x="80003" y="271068"/>
                </a:lnTo>
                <a:lnTo>
                  <a:pt x="42873" y="305189"/>
                </a:lnTo>
                <a:lnTo>
                  <a:pt x="5898" y="339549"/>
                </a:lnTo>
                <a:lnTo>
                  <a:pt x="31344" y="366778"/>
                </a:lnTo>
                <a:lnTo>
                  <a:pt x="68166" y="332561"/>
                </a:lnTo>
                <a:lnTo>
                  <a:pt x="105149" y="298574"/>
                </a:lnTo>
                <a:lnTo>
                  <a:pt x="142289" y="264800"/>
                </a:lnTo>
                <a:lnTo>
                  <a:pt x="179581" y="231218"/>
                </a:lnTo>
                <a:lnTo>
                  <a:pt x="217023" y="197810"/>
                </a:lnTo>
                <a:lnTo>
                  <a:pt x="254608" y="164557"/>
                </a:lnTo>
                <a:lnTo>
                  <a:pt x="292334" y="131438"/>
                </a:lnTo>
                <a:lnTo>
                  <a:pt x="330196" y="98435"/>
                </a:lnTo>
                <a:lnTo>
                  <a:pt x="406312" y="32700"/>
                </a:lnTo>
                <a:lnTo>
                  <a:pt x="382031" y="4427"/>
                </a:lnTo>
                <a:close/>
              </a:path>
              <a:path w="412750" h="372110">
                <a:moveTo>
                  <a:pt x="402469" y="1875"/>
                </a:moveTo>
                <a:lnTo>
                  <a:pt x="395443" y="0"/>
                </a:lnTo>
                <a:lnTo>
                  <a:pt x="388487" y="812"/>
                </a:lnTo>
                <a:lnTo>
                  <a:pt x="382031" y="4427"/>
                </a:lnTo>
                <a:lnTo>
                  <a:pt x="406312" y="32700"/>
                </a:lnTo>
                <a:lnTo>
                  <a:pt x="410860" y="26864"/>
                </a:lnTo>
                <a:lnTo>
                  <a:pt x="412750" y="19976"/>
                </a:lnTo>
                <a:lnTo>
                  <a:pt x="411920" y="12881"/>
                </a:lnTo>
                <a:lnTo>
                  <a:pt x="408305" y="6424"/>
                </a:lnTo>
                <a:lnTo>
                  <a:pt x="402469" y="1875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383504" y="3236653"/>
            <a:ext cx="577215" cy="217170"/>
          </a:xfrm>
          <a:custGeom>
            <a:avLst/>
            <a:gdLst/>
            <a:ahLst/>
            <a:cxnLst/>
            <a:rect l="l" t="t" r="r" b="b"/>
            <a:pathLst>
              <a:path w="577215" h="217170">
                <a:moveTo>
                  <a:pt x="11189" y="181118"/>
                </a:moveTo>
                <a:lnTo>
                  <a:pt x="5126" y="185358"/>
                </a:lnTo>
                <a:lnTo>
                  <a:pt x="1293" y="191385"/>
                </a:lnTo>
                <a:lnTo>
                  <a:pt x="0" y="198410"/>
                </a:lnTo>
                <a:lnTo>
                  <a:pt x="1556" y="205645"/>
                </a:lnTo>
                <a:lnTo>
                  <a:pt x="5796" y="211709"/>
                </a:lnTo>
                <a:lnTo>
                  <a:pt x="11824" y="215543"/>
                </a:lnTo>
                <a:lnTo>
                  <a:pt x="18848" y="216837"/>
                </a:lnTo>
                <a:lnTo>
                  <a:pt x="26082" y="215282"/>
                </a:lnTo>
                <a:lnTo>
                  <a:pt x="11189" y="181118"/>
                </a:lnTo>
                <a:close/>
              </a:path>
              <a:path w="577215" h="217170">
                <a:moveTo>
                  <a:pt x="552355" y="824"/>
                </a:moveTo>
                <a:lnTo>
                  <a:pt x="503387" y="16254"/>
                </a:lnTo>
                <a:lnTo>
                  <a:pt x="305354" y="76158"/>
                </a:lnTo>
                <a:lnTo>
                  <a:pt x="255731" y="91614"/>
                </a:lnTo>
                <a:lnTo>
                  <a:pt x="206233" y="107635"/>
                </a:lnTo>
                <a:lnTo>
                  <a:pt x="156945" y="124410"/>
                </a:lnTo>
                <a:lnTo>
                  <a:pt x="107951" y="142124"/>
                </a:lnTo>
                <a:lnTo>
                  <a:pt x="59338" y="160964"/>
                </a:lnTo>
                <a:lnTo>
                  <a:pt x="11189" y="181118"/>
                </a:lnTo>
                <a:lnTo>
                  <a:pt x="26082" y="215282"/>
                </a:lnTo>
                <a:lnTo>
                  <a:pt x="73569" y="195403"/>
                </a:lnTo>
                <a:lnTo>
                  <a:pt x="121454" y="176845"/>
                </a:lnTo>
                <a:lnTo>
                  <a:pt x="169697" y="159409"/>
                </a:lnTo>
                <a:lnTo>
                  <a:pt x="218257" y="142894"/>
                </a:lnTo>
                <a:lnTo>
                  <a:pt x="267096" y="127100"/>
                </a:lnTo>
                <a:lnTo>
                  <a:pt x="514081" y="51965"/>
                </a:lnTo>
                <a:lnTo>
                  <a:pt x="563759" y="36305"/>
                </a:lnTo>
                <a:lnTo>
                  <a:pt x="552355" y="824"/>
                </a:lnTo>
                <a:close/>
              </a:path>
              <a:path w="577215" h="217170">
                <a:moveTo>
                  <a:pt x="559708" y="0"/>
                </a:moveTo>
                <a:lnTo>
                  <a:pt x="552355" y="824"/>
                </a:lnTo>
                <a:lnTo>
                  <a:pt x="563759" y="36305"/>
                </a:lnTo>
                <a:lnTo>
                  <a:pt x="570215" y="32693"/>
                </a:lnTo>
                <a:lnTo>
                  <a:pt x="574632" y="27079"/>
                </a:lnTo>
                <a:lnTo>
                  <a:pt x="576621" y="20218"/>
                </a:lnTo>
                <a:lnTo>
                  <a:pt x="575795" y="12865"/>
                </a:lnTo>
                <a:lnTo>
                  <a:pt x="572182" y="6407"/>
                </a:lnTo>
                <a:lnTo>
                  <a:pt x="566568" y="1990"/>
                </a:lnTo>
                <a:lnTo>
                  <a:pt x="559708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402716" y="3781451"/>
            <a:ext cx="504190" cy="147320"/>
          </a:xfrm>
          <a:custGeom>
            <a:avLst/>
            <a:gdLst/>
            <a:ahLst/>
            <a:cxnLst/>
            <a:rect l="l" t="t" r="r" b="b"/>
            <a:pathLst>
              <a:path w="504190" h="147320">
                <a:moveTo>
                  <a:pt x="20118" y="0"/>
                </a:moveTo>
                <a:lnTo>
                  <a:pt x="917" y="13856"/>
                </a:lnTo>
                <a:lnTo>
                  <a:pt x="0" y="17016"/>
                </a:lnTo>
                <a:lnTo>
                  <a:pt x="855" y="24365"/>
                </a:lnTo>
                <a:lnTo>
                  <a:pt x="4341" y="30600"/>
                </a:lnTo>
                <a:lnTo>
                  <a:pt x="9911" y="35073"/>
                </a:lnTo>
                <a:lnTo>
                  <a:pt x="17017" y="37137"/>
                </a:lnTo>
                <a:lnTo>
                  <a:pt x="20118" y="0"/>
                </a:lnTo>
                <a:close/>
              </a:path>
              <a:path w="504190" h="147320">
                <a:moveTo>
                  <a:pt x="308507" y="47197"/>
                </a:moveTo>
                <a:lnTo>
                  <a:pt x="260937" y="35682"/>
                </a:lnTo>
                <a:lnTo>
                  <a:pt x="213008" y="25768"/>
                </a:lnTo>
                <a:lnTo>
                  <a:pt x="164840" y="17349"/>
                </a:lnTo>
                <a:lnTo>
                  <a:pt x="116555" y="10319"/>
                </a:lnTo>
                <a:lnTo>
                  <a:pt x="68274" y="4571"/>
                </a:lnTo>
                <a:lnTo>
                  <a:pt x="20118" y="0"/>
                </a:lnTo>
                <a:lnTo>
                  <a:pt x="17030" y="36974"/>
                </a:lnTo>
                <a:lnTo>
                  <a:pt x="17017" y="37137"/>
                </a:lnTo>
                <a:lnTo>
                  <a:pt x="69656" y="42203"/>
                </a:lnTo>
                <a:lnTo>
                  <a:pt x="122285" y="48696"/>
                </a:lnTo>
                <a:lnTo>
                  <a:pt x="174749" y="56749"/>
                </a:lnTo>
                <a:lnTo>
                  <a:pt x="226894" y="66497"/>
                </a:lnTo>
                <a:lnTo>
                  <a:pt x="278567" y="78074"/>
                </a:lnTo>
                <a:lnTo>
                  <a:pt x="483169" y="132700"/>
                </a:lnTo>
                <a:lnTo>
                  <a:pt x="492767" y="111384"/>
                </a:lnTo>
                <a:lnTo>
                  <a:pt x="447847" y="92406"/>
                </a:lnTo>
                <a:lnTo>
                  <a:pt x="402083" y="75452"/>
                </a:lnTo>
                <a:lnTo>
                  <a:pt x="355596" y="60418"/>
                </a:lnTo>
                <a:lnTo>
                  <a:pt x="308507" y="47197"/>
                </a:lnTo>
                <a:close/>
              </a:path>
              <a:path w="504190" h="147320">
                <a:moveTo>
                  <a:pt x="483169" y="132700"/>
                </a:moveTo>
                <a:lnTo>
                  <a:pt x="331612" y="92237"/>
                </a:lnTo>
                <a:lnTo>
                  <a:pt x="381900" y="107881"/>
                </a:lnTo>
                <a:lnTo>
                  <a:pt x="380817" y="107592"/>
                </a:lnTo>
                <a:lnTo>
                  <a:pt x="429218" y="125125"/>
                </a:lnTo>
                <a:lnTo>
                  <a:pt x="477466" y="145363"/>
                </a:lnTo>
                <a:lnTo>
                  <a:pt x="483169" y="132700"/>
                </a:lnTo>
                <a:close/>
              </a:path>
              <a:path w="504190" h="147320">
                <a:moveTo>
                  <a:pt x="492767" y="111384"/>
                </a:moveTo>
                <a:lnTo>
                  <a:pt x="477816" y="144586"/>
                </a:lnTo>
                <a:lnTo>
                  <a:pt x="477580" y="145111"/>
                </a:lnTo>
                <a:lnTo>
                  <a:pt x="477466" y="145363"/>
                </a:lnTo>
                <a:lnTo>
                  <a:pt x="484680" y="147007"/>
                </a:lnTo>
                <a:lnTo>
                  <a:pt x="491720" y="145799"/>
                </a:lnTo>
                <a:lnTo>
                  <a:pt x="497793" y="142038"/>
                </a:lnTo>
                <a:lnTo>
                  <a:pt x="502106" y="136027"/>
                </a:lnTo>
                <a:lnTo>
                  <a:pt x="503078" y="131760"/>
                </a:lnTo>
                <a:lnTo>
                  <a:pt x="503749" y="128812"/>
                </a:lnTo>
                <a:lnTo>
                  <a:pt x="502540" y="121772"/>
                </a:lnTo>
                <a:lnTo>
                  <a:pt x="498779" y="115698"/>
                </a:lnTo>
                <a:lnTo>
                  <a:pt x="492767" y="111384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45263" y="3402105"/>
            <a:ext cx="232145" cy="77152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3538308" y="3209726"/>
            <a:ext cx="258445" cy="82550"/>
          </a:xfrm>
          <a:custGeom>
            <a:avLst/>
            <a:gdLst/>
            <a:ahLst/>
            <a:cxnLst/>
            <a:rect l="l" t="t" r="r" b="b"/>
            <a:pathLst>
              <a:path w="258445" h="82550">
                <a:moveTo>
                  <a:pt x="237275" y="82147"/>
                </a:moveTo>
                <a:lnTo>
                  <a:pt x="244645" y="81506"/>
                </a:lnTo>
                <a:lnTo>
                  <a:pt x="250978" y="78204"/>
                </a:lnTo>
                <a:lnTo>
                  <a:pt x="255611" y="72766"/>
                </a:lnTo>
                <a:lnTo>
                  <a:pt x="257881" y="65723"/>
                </a:lnTo>
                <a:lnTo>
                  <a:pt x="257241" y="58351"/>
                </a:lnTo>
                <a:lnTo>
                  <a:pt x="253938" y="52016"/>
                </a:lnTo>
                <a:lnTo>
                  <a:pt x="248502" y="47382"/>
                </a:lnTo>
                <a:lnTo>
                  <a:pt x="241461" y="45112"/>
                </a:lnTo>
                <a:lnTo>
                  <a:pt x="237275" y="82147"/>
                </a:lnTo>
                <a:close/>
              </a:path>
              <a:path w="258445" h="82550">
                <a:moveTo>
                  <a:pt x="14377" y="36530"/>
                </a:moveTo>
                <a:lnTo>
                  <a:pt x="124178" y="61926"/>
                </a:lnTo>
                <a:lnTo>
                  <a:pt x="180470" y="73578"/>
                </a:lnTo>
                <a:lnTo>
                  <a:pt x="237275" y="82147"/>
                </a:lnTo>
                <a:lnTo>
                  <a:pt x="241461" y="45112"/>
                </a:lnTo>
                <a:lnTo>
                  <a:pt x="186638" y="36842"/>
                </a:lnTo>
                <a:lnTo>
                  <a:pt x="132381" y="25570"/>
                </a:lnTo>
                <a:lnTo>
                  <a:pt x="22243" y="99"/>
                </a:lnTo>
                <a:lnTo>
                  <a:pt x="14377" y="36530"/>
                </a:lnTo>
                <a:close/>
              </a:path>
              <a:path w="258445" h="82550">
                <a:moveTo>
                  <a:pt x="7598" y="33567"/>
                </a:moveTo>
                <a:lnTo>
                  <a:pt x="14377" y="36530"/>
                </a:lnTo>
                <a:lnTo>
                  <a:pt x="22243" y="99"/>
                </a:lnTo>
                <a:lnTo>
                  <a:pt x="14846" y="0"/>
                </a:lnTo>
                <a:lnTo>
                  <a:pt x="8214" y="2653"/>
                </a:lnTo>
                <a:lnTo>
                  <a:pt x="3061" y="7599"/>
                </a:lnTo>
                <a:lnTo>
                  <a:pt x="99" y="14380"/>
                </a:lnTo>
                <a:lnTo>
                  <a:pt x="0" y="21780"/>
                </a:lnTo>
                <a:lnTo>
                  <a:pt x="2652" y="28413"/>
                </a:lnTo>
                <a:lnTo>
                  <a:pt x="7598" y="33567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86578" y="2995302"/>
            <a:ext cx="175302" cy="167079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4787150" y="3852760"/>
            <a:ext cx="1687195" cy="664210"/>
          </a:xfrm>
          <a:custGeom>
            <a:avLst/>
            <a:gdLst/>
            <a:ahLst/>
            <a:cxnLst/>
            <a:rect l="l" t="t" r="r" b="b"/>
            <a:pathLst>
              <a:path w="1687195" h="664210">
                <a:moveTo>
                  <a:pt x="1686674" y="291592"/>
                </a:moveTo>
                <a:lnTo>
                  <a:pt x="1684070" y="284949"/>
                </a:lnTo>
                <a:lnTo>
                  <a:pt x="1683156" y="283997"/>
                </a:lnTo>
                <a:lnTo>
                  <a:pt x="1684921" y="280060"/>
                </a:lnTo>
                <a:lnTo>
                  <a:pt x="1622348" y="249948"/>
                </a:lnTo>
                <a:lnTo>
                  <a:pt x="1569859" y="246418"/>
                </a:lnTo>
                <a:lnTo>
                  <a:pt x="1520863" y="245935"/>
                </a:lnTo>
                <a:lnTo>
                  <a:pt x="1520863" y="534111"/>
                </a:lnTo>
                <a:lnTo>
                  <a:pt x="1514652" y="517258"/>
                </a:lnTo>
                <a:lnTo>
                  <a:pt x="1520863" y="534111"/>
                </a:lnTo>
                <a:lnTo>
                  <a:pt x="1520863" y="245935"/>
                </a:lnTo>
                <a:lnTo>
                  <a:pt x="1516316" y="245884"/>
                </a:lnTo>
                <a:lnTo>
                  <a:pt x="1464602" y="247091"/>
                </a:lnTo>
                <a:lnTo>
                  <a:pt x="1464322" y="247103"/>
                </a:lnTo>
                <a:lnTo>
                  <a:pt x="1464322" y="473354"/>
                </a:lnTo>
                <a:lnTo>
                  <a:pt x="1450733" y="483438"/>
                </a:lnTo>
                <a:lnTo>
                  <a:pt x="1464322" y="473354"/>
                </a:lnTo>
                <a:lnTo>
                  <a:pt x="1464322" y="247103"/>
                </a:lnTo>
                <a:lnTo>
                  <a:pt x="1417612" y="248767"/>
                </a:lnTo>
                <a:lnTo>
                  <a:pt x="1414221" y="248881"/>
                </a:lnTo>
                <a:lnTo>
                  <a:pt x="1409204" y="248615"/>
                </a:lnTo>
                <a:lnTo>
                  <a:pt x="1394358" y="248107"/>
                </a:lnTo>
                <a:lnTo>
                  <a:pt x="1385747" y="247916"/>
                </a:lnTo>
                <a:lnTo>
                  <a:pt x="1377149" y="248437"/>
                </a:lnTo>
                <a:lnTo>
                  <a:pt x="1370634" y="248996"/>
                </a:lnTo>
                <a:lnTo>
                  <a:pt x="1365491" y="249707"/>
                </a:lnTo>
                <a:lnTo>
                  <a:pt x="1365491" y="328269"/>
                </a:lnTo>
                <a:lnTo>
                  <a:pt x="1360690" y="331190"/>
                </a:lnTo>
                <a:lnTo>
                  <a:pt x="1356575" y="333692"/>
                </a:lnTo>
                <a:lnTo>
                  <a:pt x="1352880" y="335953"/>
                </a:lnTo>
                <a:lnTo>
                  <a:pt x="1353185" y="336499"/>
                </a:lnTo>
                <a:lnTo>
                  <a:pt x="1352842" y="335902"/>
                </a:lnTo>
                <a:lnTo>
                  <a:pt x="1354696" y="334784"/>
                </a:lnTo>
                <a:lnTo>
                  <a:pt x="1360119" y="331508"/>
                </a:lnTo>
                <a:lnTo>
                  <a:pt x="1363535" y="329438"/>
                </a:lnTo>
                <a:lnTo>
                  <a:pt x="1365491" y="328269"/>
                </a:lnTo>
                <a:lnTo>
                  <a:pt x="1365491" y="249707"/>
                </a:lnTo>
                <a:lnTo>
                  <a:pt x="1363903" y="249923"/>
                </a:lnTo>
                <a:lnTo>
                  <a:pt x="1357274" y="251333"/>
                </a:lnTo>
                <a:lnTo>
                  <a:pt x="1350911" y="253276"/>
                </a:lnTo>
                <a:lnTo>
                  <a:pt x="1350492" y="253415"/>
                </a:lnTo>
                <a:lnTo>
                  <a:pt x="1346974" y="254965"/>
                </a:lnTo>
                <a:lnTo>
                  <a:pt x="1346758" y="255054"/>
                </a:lnTo>
                <a:lnTo>
                  <a:pt x="1324102" y="281901"/>
                </a:lnTo>
                <a:lnTo>
                  <a:pt x="1324356" y="286651"/>
                </a:lnTo>
                <a:lnTo>
                  <a:pt x="1324864" y="288785"/>
                </a:lnTo>
                <a:lnTo>
                  <a:pt x="1326159" y="293217"/>
                </a:lnTo>
                <a:lnTo>
                  <a:pt x="1326057" y="293052"/>
                </a:lnTo>
                <a:lnTo>
                  <a:pt x="1353261" y="336638"/>
                </a:lnTo>
                <a:lnTo>
                  <a:pt x="1355217" y="339991"/>
                </a:lnTo>
                <a:lnTo>
                  <a:pt x="1375689" y="373532"/>
                </a:lnTo>
                <a:lnTo>
                  <a:pt x="1399133" y="410984"/>
                </a:lnTo>
                <a:lnTo>
                  <a:pt x="1402143" y="415569"/>
                </a:lnTo>
                <a:lnTo>
                  <a:pt x="1363789" y="444296"/>
                </a:lnTo>
                <a:lnTo>
                  <a:pt x="1323949" y="471233"/>
                </a:lnTo>
                <a:lnTo>
                  <a:pt x="1278699" y="498919"/>
                </a:lnTo>
                <a:lnTo>
                  <a:pt x="1232852" y="524052"/>
                </a:lnTo>
                <a:lnTo>
                  <a:pt x="1185316" y="547255"/>
                </a:lnTo>
                <a:lnTo>
                  <a:pt x="1136472" y="568185"/>
                </a:lnTo>
                <a:lnTo>
                  <a:pt x="1086726" y="586486"/>
                </a:lnTo>
                <a:lnTo>
                  <a:pt x="1036650" y="601776"/>
                </a:lnTo>
                <a:lnTo>
                  <a:pt x="986624" y="613740"/>
                </a:lnTo>
                <a:lnTo>
                  <a:pt x="937018" y="622071"/>
                </a:lnTo>
                <a:lnTo>
                  <a:pt x="888212" y="626452"/>
                </a:lnTo>
                <a:lnTo>
                  <a:pt x="840562" y="626579"/>
                </a:lnTo>
                <a:lnTo>
                  <a:pt x="794461" y="622147"/>
                </a:lnTo>
                <a:lnTo>
                  <a:pt x="754951" y="611949"/>
                </a:lnTo>
                <a:lnTo>
                  <a:pt x="708609" y="592569"/>
                </a:lnTo>
                <a:lnTo>
                  <a:pt x="685825" y="579653"/>
                </a:lnTo>
                <a:lnTo>
                  <a:pt x="718134" y="555332"/>
                </a:lnTo>
                <a:lnTo>
                  <a:pt x="749134" y="514769"/>
                </a:lnTo>
                <a:lnTo>
                  <a:pt x="762241" y="470217"/>
                </a:lnTo>
                <a:lnTo>
                  <a:pt x="760399" y="425005"/>
                </a:lnTo>
                <a:lnTo>
                  <a:pt x="746544" y="382447"/>
                </a:lnTo>
                <a:lnTo>
                  <a:pt x="725779" y="349389"/>
                </a:lnTo>
                <a:lnTo>
                  <a:pt x="725779" y="448970"/>
                </a:lnTo>
                <a:lnTo>
                  <a:pt x="718807" y="490778"/>
                </a:lnTo>
                <a:lnTo>
                  <a:pt x="692975" y="527850"/>
                </a:lnTo>
                <a:lnTo>
                  <a:pt x="656196" y="554812"/>
                </a:lnTo>
                <a:lnTo>
                  <a:pt x="654850" y="555498"/>
                </a:lnTo>
                <a:lnTo>
                  <a:pt x="650252" y="557517"/>
                </a:lnTo>
                <a:lnTo>
                  <a:pt x="615708" y="531342"/>
                </a:lnTo>
                <a:lnTo>
                  <a:pt x="580301" y="493268"/>
                </a:lnTo>
                <a:lnTo>
                  <a:pt x="558800" y="453390"/>
                </a:lnTo>
                <a:lnTo>
                  <a:pt x="554316" y="433730"/>
                </a:lnTo>
                <a:lnTo>
                  <a:pt x="554316" y="413689"/>
                </a:lnTo>
                <a:lnTo>
                  <a:pt x="570077" y="372427"/>
                </a:lnTo>
                <a:lnTo>
                  <a:pt x="602094" y="340245"/>
                </a:lnTo>
                <a:lnTo>
                  <a:pt x="633209" y="332841"/>
                </a:lnTo>
                <a:lnTo>
                  <a:pt x="649109" y="335991"/>
                </a:lnTo>
                <a:lnTo>
                  <a:pt x="694728" y="369468"/>
                </a:lnTo>
                <a:lnTo>
                  <a:pt x="716788" y="407009"/>
                </a:lnTo>
                <a:lnTo>
                  <a:pt x="725779" y="448970"/>
                </a:lnTo>
                <a:lnTo>
                  <a:pt x="725779" y="349389"/>
                </a:lnTo>
                <a:lnTo>
                  <a:pt x="684060" y="311277"/>
                </a:lnTo>
                <a:lnTo>
                  <a:pt x="654494" y="299339"/>
                </a:lnTo>
                <a:lnTo>
                  <a:pt x="635495" y="295643"/>
                </a:lnTo>
                <a:lnTo>
                  <a:pt x="609028" y="297840"/>
                </a:lnTo>
                <a:lnTo>
                  <a:pt x="583704" y="307835"/>
                </a:lnTo>
                <a:lnTo>
                  <a:pt x="560120" y="325831"/>
                </a:lnTo>
                <a:lnTo>
                  <a:pt x="538886" y="352031"/>
                </a:lnTo>
                <a:lnTo>
                  <a:pt x="524306" y="380644"/>
                </a:lnTo>
                <a:lnTo>
                  <a:pt x="521220" y="393268"/>
                </a:lnTo>
                <a:lnTo>
                  <a:pt x="517321" y="409257"/>
                </a:lnTo>
                <a:lnTo>
                  <a:pt x="517258" y="437565"/>
                </a:lnTo>
                <a:lnTo>
                  <a:pt x="523455" y="465213"/>
                </a:lnTo>
                <a:lnTo>
                  <a:pt x="550341" y="515429"/>
                </a:lnTo>
                <a:lnTo>
                  <a:pt x="590956" y="559193"/>
                </a:lnTo>
                <a:lnTo>
                  <a:pt x="610298" y="573887"/>
                </a:lnTo>
                <a:lnTo>
                  <a:pt x="572617" y="581888"/>
                </a:lnTo>
                <a:lnTo>
                  <a:pt x="528243" y="583133"/>
                </a:lnTo>
                <a:lnTo>
                  <a:pt x="483209" y="577329"/>
                </a:lnTo>
                <a:lnTo>
                  <a:pt x="438416" y="565277"/>
                </a:lnTo>
                <a:lnTo>
                  <a:pt x="394728" y="547763"/>
                </a:lnTo>
                <a:lnTo>
                  <a:pt x="353047" y="525602"/>
                </a:lnTo>
                <a:lnTo>
                  <a:pt x="310832" y="498284"/>
                </a:lnTo>
                <a:lnTo>
                  <a:pt x="271627" y="468795"/>
                </a:lnTo>
                <a:lnTo>
                  <a:pt x="235419" y="437184"/>
                </a:lnTo>
                <a:lnTo>
                  <a:pt x="202196" y="403517"/>
                </a:lnTo>
                <a:lnTo>
                  <a:pt x="171970" y="367830"/>
                </a:lnTo>
                <a:lnTo>
                  <a:pt x="144716" y="330187"/>
                </a:lnTo>
                <a:lnTo>
                  <a:pt x="120434" y="290652"/>
                </a:lnTo>
                <a:lnTo>
                  <a:pt x="99136" y="249275"/>
                </a:lnTo>
                <a:lnTo>
                  <a:pt x="80810" y="206108"/>
                </a:lnTo>
                <a:lnTo>
                  <a:pt x="65443" y="161213"/>
                </a:lnTo>
                <a:lnTo>
                  <a:pt x="53035" y="114642"/>
                </a:lnTo>
                <a:lnTo>
                  <a:pt x="43586" y="66459"/>
                </a:lnTo>
                <a:lnTo>
                  <a:pt x="37084" y="16700"/>
                </a:lnTo>
                <a:lnTo>
                  <a:pt x="34899" y="9626"/>
                </a:lnTo>
                <a:lnTo>
                  <a:pt x="30340" y="4127"/>
                </a:lnTo>
                <a:lnTo>
                  <a:pt x="24053" y="736"/>
                </a:lnTo>
                <a:lnTo>
                  <a:pt x="16700" y="0"/>
                </a:lnTo>
                <a:lnTo>
                  <a:pt x="9626" y="2184"/>
                </a:lnTo>
                <a:lnTo>
                  <a:pt x="4267" y="6629"/>
                </a:lnTo>
                <a:lnTo>
                  <a:pt x="4127" y="6743"/>
                </a:lnTo>
                <a:lnTo>
                  <a:pt x="736" y="13030"/>
                </a:lnTo>
                <a:lnTo>
                  <a:pt x="0" y="20396"/>
                </a:lnTo>
                <a:lnTo>
                  <a:pt x="6845" y="72669"/>
                </a:lnTo>
                <a:lnTo>
                  <a:pt x="16802" y="123367"/>
                </a:lnTo>
                <a:lnTo>
                  <a:pt x="29908" y="172415"/>
                </a:lnTo>
                <a:lnTo>
                  <a:pt x="46139" y="219748"/>
                </a:lnTo>
                <a:lnTo>
                  <a:pt x="65506" y="265315"/>
                </a:lnTo>
                <a:lnTo>
                  <a:pt x="88011" y="309016"/>
                </a:lnTo>
                <a:lnTo>
                  <a:pt x="113665" y="350812"/>
                </a:lnTo>
                <a:lnTo>
                  <a:pt x="142481" y="390626"/>
                </a:lnTo>
                <a:lnTo>
                  <a:pt x="174434" y="428383"/>
                </a:lnTo>
                <a:lnTo>
                  <a:pt x="209550" y="464019"/>
                </a:lnTo>
                <a:lnTo>
                  <a:pt x="247827" y="497484"/>
                </a:lnTo>
                <a:lnTo>
                  <a:pt x="289267" y="528688"/>
                </a:lnTo>
                <a:lnTo>
                  <a:pt x="333883" y="557568"/>
                </a:lnTo>
                <a:lnTo>
                  <a:pt x="373049" y="578675"/>
                </a:lnTo>
                <a:lnTo>
                  <a:pt x="414896" y="596392"/>
                </a:lnTo>
                <a:lnTo>
                  <a:pt x="458660" y="609879"/>
                </a:lnTo>
                <a:lnTo>
                  <a:pt x="503555" y="618299"/>
                </a:lnTo>
                <a:lnTo>
                  <a:pt x="548817" y="620814"/>
                </a:lnTo>
                <a:lnTo>
                  <a:pt x="593674" y="616623"/>
                </a:lnTo>
                <a:lnTo>
                  <a:pt x="637362" y="604862"/>
                </a:lnTo>
                <a:lnTo>
                  <a:pt x="646874" y="600265"/>
                </a:lnTo>
                <a:lnTo>
                  <a:pt x="692213" y="626046"/>
                </a:lnTo>
                <a:lnTo>
                  <a:pt x="743686" y="647484"/>
                </a:lnTo>
                <a:lnTo>
                  <a:pt x="788911" y="659003"/>
                </a:lnTo>
                <a:lnTo>
                  <a:pt x="838746" y="663803"/>
                </a:lnTo>
                <a:lnTo>
                  <a:pt x="889787" y="663689"/>
                </a:lnTo>
                <a:lnTo>
                  <a:pt x="941743" y="659041"/>
                </a:lnTo>
                <a:lnTo>
                  <a:pt x="994168" y="650240"/>
                </a:lnTo>
                <a:lnTo>
                  <a:pt x="1046670" y="637679"/>
                </a:lnTo>
                <a:lnTo>
                  <a:pt x="1098829" y="621741"/>
                </a:lnTo>
                <a:lnTo>
                  <a:pt x="1150264" y="602805"/>
                </a:lnTo>
                <a:lnTo>
                  <a:pt x="1200734" y="581177"/>
                </a:lnTo>
                <a:lnTo>
                  <a:pt x="1249883" y="557199"/>
                </a:lnTo>
                <a:lnTo>
                  <a:pt x="1297368" y="531177"/>
                </a:lnTo>
                <a:lnTo>
                  <a:pt x="1341132" y="504482"/>
                </a:lnTo>
                <a:lnTo>
                  <a:pt x="1342656" y="503555"/>
                </a:lnTo>
                <a:lnTo>
                  <a:pt x="1385481" y="474599"/>
                </a:lnTo>
                <a:lnTo>
                  <a:pt x="1422654" y="446735"/>
                </a:lnTo>
                <a:lnTo>
                  <a:pt x="1423530" y="448056"/>
                </a:lnTo>
                <a:lnTo>
                  <a:pt x="1449362" y="484454"/>
                </a:lnTo>
                <a:lnTo>
                  <a:pt x="1449870" y="484085"/>
                </a:lnTo>
                <a:lnTo>
                  <a:pt x="1449362" y="484466"/>
                </a:lnTo>
                <a:lnTo>
                  <a:pt x="1478000" y="519277"/>
                </a:lnTo>
                <a:lnTo>
                  <a:pt x="1511985" y="536448"/>
                </a:lnTo>
                <a:lnTo>
                  <a:pt x="1521206" y="534708"/>
                </a:lnTo>
                <a:lnTo>
                  <a:pt x="1546656" y="506285"/>
                </a:lnTo>
                <a:lnTo>
                  <a:pt x="1556651" y="486702"/>
                </a:lnTo>
                <a:lnTo>
                  <a:pt x="1562277" y="475602"/>
                </a:lnTo>
                <a:lnTo>
                  <a:pt x="1594573" y="429437"/>
                </a:lnTo>
                <a:lnTo>
                  <a:pt x="1639328" y="367957"/>
                </a:lnTo>
                <a:lnTo>
                  <a:pt x="1654251" y="347306"/>
                </a:lnTo>
                <a:lnTo>
                  <a:pt x="1669059" y="326517"/>
                </a:lnTo>
                <a:lnTo>
                  <a:pt x="1683689" y="305549"/>
                </a:lnTo>
                <a:lnTo>
                  <a:pt x="1686610" y="298742"/>
                </a:lnTo>
                <a:lnTo>
                  <a:pt x="1686674" y="291592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233626" y="1049030"/>
            <a:ext cx="920370" cy="952809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3841672" y="3845413"/>
            <a:ext cx="665480" cy="636270"/>
            <a:chOff x="3841672" y="3845413"/>
            <a:chExt cx="665480" cy="636270"/>
          </a:xfrm>
        </p:grpSpPr>
        <p:sp>
          <p:nvSpPr>
            <p:cNvPr id="45" name="object 45"/>
            <p:cNvSpPr/>
            <p:nvPr/>
          </p:nvSpPr>
          <p:spPr>
            <a:xfrm>
              <a:off x="3954491" y="3980938"/>
              <a:ext cx="422275" cy="398780"/>
            </a:xfrm>
            <a:custGeom>
              <a:avLst/>
              <a:gdLst/>
              <a:ahLst/>
              <a:cxnLst/>
              <a:rect l="l" t="t" r="r" b="b"/>
              <a:pathLst>
                <a:path w="422275" h="398779">
                  <a:moveTo>
                    <a:pt x="406580" y="361852"/>
                  </a:moveTo>
                  <a:lnTo>
                    <a:pt x="400911" y="398687"/>
                  </a:lnTo>
                  <a:lnTo>
                    <a:pt x="408301" y="398342"/>
                  </a:lnTo>
                  <a:lnTo>
                    <a:pt x="414762" y="395295"/>
                  </a:lnTo>
                  <a:lnTo>
                    <a:pt x="419610" y="390048"/>
                  </a:lnTo>
                  <a:lnTo>
                    <a:pt x="422161" y="383102"/>
                  </a:lnTo>
                  <a:lnTo>
                    <a:pt x="421817" y="375711"/>
                  </a:lnTo>
                  <a:lnTo>
                    <a:pt x="418772" y="369249"/>
                  </a:lnTo>
                  <a:lnTo>
                    <a:pt x="413526" y="364402"/>
                  </a:lnTo>
                  <a:lnTo>
                    <a:pt x="406580" y="361852"/>
                  </a:lnTo>
                  <a:close/>
                </a:path>
                <a:path w="422275" h="398779">
                  <a:moveTo>
                    <a:pt x="19694" y="308137"/>
                  </a:moveTo>
                  <a:lnTo>
                    <a:pt x="56354" y="335092"/>
                  </a:lnTo>
                  <a:lnTo>
                    <a:pt x="152706" y="354525"/>
                  </a:lnTo>
                  <a:lnTo>
                    <a:pt x="257587" y="374279"/>
                  </a:lnTo>
                  <a:lnTo>
                    <a:pt x="357287" y="391692"/>
                  </a:lnTo>
                  <a:lnTo>
                    <a:pt x="400911" y="398687"/>
                  </a:lnTo>
                  <a:lnTo>
                    <a:pt x="406580" y="361852"/>
                  </a:lnTo>
                  <a:lnTo>
                    <a:pt x="363271" y="354907"/>
                  </a:lnTo>
                  <a:lnTo>
                    <a:pt x="264188" y="337600"/>
                  </a:lnTo>
                  <a:lnTo>
                    <a:pt x="159908" y="317958"/>
                  </a:lnTo>
                  <a:lnTo>
                    <a:pt x="91374" y="304244"/>
                  </a:lnTo>
                  <a:lnTo>
                    <a:pt x="34402" y="319574"/>
                  </a:lnTo>
                  <a:lnTo>
                    <a:pt x="19694" y="308137"/>
                  </a:lnTo>
                  <a:close/>
                </a:path>
                <a:path w="422275" h="398779">
                  <a:moveTo>
                    <a:pt x="4987" y="296699"/>
                  </a:moveTo>
                  <a:lnTo>
                    <a:pt x="1065" y="301743"/>
                  </a:lnTo>
                  <a:lnTo>
                    <a:pt x="0" y="308444"/>
                  </a:lnTo>
                  <a:lnTo>
                    <a:pt x="4329" y="320465"/>
                  </a:lnTo>
                  <a:lnTo>
                    <a:pt x="9422" y="324946"/>
                  </a:lnTo>
                  <a:lnTo>
                    <a:pt x="15659" y="326329"/>
                  </a:lnTo>
                  <a:lnTo>
                    <a:pt x="19694" y="308137"/>
                  </a:lnTo>
                  <a:lnTo>
                    <a:pt x="4987" y="296699"/>
                  </a:lnTo>
                  <a:close/>
                </a:path>
                <a:path w="422275" h="398779">
                  <a:moveTo>
                    <a:pt x="23729" y="289944"/>
                  </a:moveTo>
                  <a:lnTo>
                    <a:pt x="19694" y="308137"/>
                  </a:lnTo>
                  <a:lnTo>
                    <a:pt x="34402" y="319574"/>
                  </a:lnTo>
                  <a:lnTo>
                    <a:pt x="53168" y="296283"/>
                  </a:lnTo>
                  <a:lnTo>
                    <a:pt x="23729" y="289944"/>
                  </a:lnTo>
                  <a:close/>
                </a:path>
                <a:path w="422275" h="398779">
                  <a:moveTo>
                    <a:pt x="53168" y="296283"/>
                  </a:moveTo>
                  <a:lnTo>
                    <a:pt x="34402" y="319574"/>
                  </a:lnTo>
                  <a:lnTo>
                    <a:pt x="91374" y="304244"/>
                  </a:lnTo>
                  <a:lnTo>
                    <a:pt x="64138" y="298645"/>
                  </a:lnTo>
                  <a:lnTo>
                    <a:pt x="53168" y="296283"/>
                  </a:lnTo>
                  <a:close/>
                </a:path>
                <a:path w="422275" h="398779">
                  <a:moveTo>
                    <a:pt x="273174" y="6056"/>
                  </a:moveTo>
                  <a:lnTo>
                    <a:pt x="235411" y="46594"/>
                  </a:lnTo>
                  <a:lnTo>
                    <a:pt x="200283" y="82987"/>
                  </a:lnTo>
                  <a:lnTo>
                    <a:pt x="134874" y="149424"/>
                  </a:lnTo>
                  <a:lnTo>
                    <a:pt x="103227" y="182350"/>
                  </a:lnTo>
                  <a:lnTo>
                    <a:pt x="71466" y="216923"/>
                  </a:lnTo>
                  <a:lnTo>
                    <a:pt x="38937" y="254565"/>
                  </a:lnTo>
                  <a:lnTo>
                    <a:pt x="4987" y="296699"/>
                  </a:lnTo>
                  <a:lnTo>
                    <a:pt x="19694" y="308137"/>
                  </a:lnTo>
                  <a:lnTo>
                    <a:pt x="23729" y="289944"/>
                  </a:lnTo>
                  <a:lnTo>
                    <a:pt x="67870" y="278067"/>
                  </a:lnTo>
                  <a:lnTo>
                    <a:pt x="99256" y="241746"/>
                  </a:lnTo>
                  <a:lnTo>
                    <a:pt x="130371" y="207879"/>
                  </a:lnTo>
                  <a:lnTo>
                    <a:pt x="161533" y="175459"/>
                  </a:lnTo>
                  <a:lnTo>
                    <a:pt x="226921" y="109044"/>
                  </a:lnTo>
                  <a:lnTo>
                    <a:pt x="262472" y="72209"/>
                  </a:lnTo>
                  <a:lnTo>
                    <a:pt x="300701" y="31172"/>
                  </a:lnTo>
                  <a:lnTo>
                    <a:pt x="273174" y="6056"/>
                  </a:lnTo>
                  <a:close/>
                </a:path>
                <a:path w="422275" h="398779">
                  <a:moveTo>
                    <a:pt x="67870" y="278067"/>
                  </a:moveTo>
                  <a:lnTo>
                    <a:pt x="23729" y="289944"/>
                  </a:lnTo>
                  <a:lnTo>
                    <a:pt x="53168" y="296283"/>
                  </a:lnTo>
                  <a:lnTo>
                    <a:pt x="67497" y="278499"/>
                  </a:lnTo>
                  <a:lnTo>
                    <a:pt x="67870" y="278067"/>
                  </a:lnTo>
                  <a:close/>
                </a:path>
                <a:path w="422275" h="398779">
                  <a:moveTo>
                    <a:pt x="279144" y="1684"/>
                  </a:moveTo>
                  <a:lnTo>
                    <a:pt x="273174" y="6056"/>
                  </a:lnTo>
                  <a:lnTo>
                    <a:pt x="300701" y="31172"/>
                  </a:lnTo>
                  <a:lnTo>
                    <a:pt x="304508" y="24826"/>
                  </a:lnTo>
                  <a:lnTo>
                    <a:pt x="305550" y="17759"/>
                  </a:lnTo>
                  <a:lnTo>
                    <a:pt x="303867" y="10817"/>
                  </a:lnTo>
                  <a:lnTo>
                    <a:pt x="299496" y="4847"/>
                  </a:lnTo>
                  <a:lnTo>
                    <a:pt x="293152" y="1041"/>
                  </a:lnTo>
                  <a:lnTo>
                    <a:pt x="286085" y="0"/>
                  </a:lnTo>
                  <a:lnTo>
                    <a:pt x="279144" y="168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66775" y="3845413"/>
              <a:ext cx="245197" cy="25317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78869" y="4247781"/>
              <a:ext cx="227955" cy="23346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841672" y="4167259"/>
              <a:ext cx="231140" cy="254000"/>
            </a:xfrm>
            <a:custGeom>
              <a:avLst/>
              <a:gdLst/>
              <a:ahLst/>
              <a:cxnLst/>
              <a:rect l="l" t="t" r="r" b="b"/>
              <a:pathLst>
                <a:path w="231139" h="254000">
                  <a:moveTo>
                    <a:pt x="69526" y="204266"/>
                  </a:moveTo>
                  <a:lnTo>
                    <a:pt x="51544" y="236910"/>
                  </a:lnTo>
                  <a:lnTo>
                    <a:pt x="76908" y="248091"/>
                  </a:lnTo>
                  <a:lnTo>
                    <a:pt x="101656" y="253683"/>
                  </a:lnTo>
                  <a:lnTo>
                    <a:pt x="125458" y="254000"/>
                  </a:lnTo>
                  <a:lnTo>
                    <a:pt x="147985" y="249358"/>
                  </a:lnTo>
                  <a:lnTo>
                    <a:pt x="186203" y="227750"/>
                  </a:lnTo>
                  <a:lnTo>
                    <a:pt x="213674" y="194090"/>
                  </a:lnTo>
                  <a:lnTo>
                    <a:pt x="214007" y="193195"/>
                  </a:lnTo>
                  <a:lnTo>
                    <a:pt x="214068" y="193031"/>
                  </a:lnTo>
                  <a:lnTo>
                    <a:pt x="136567" y="213885"/>
                  </a:lnTo>
                  <a:lnTo>
                    <a:pt x="122122" y="216875"/>
                  </a:lnTo>
                  <a:lnTo>
                    <a:pt x="106065" y="216676"/>
                  </a:lnTo>
                  <a:lnTo>
                    <a:pt x="88499" y="212677"/>
                  </a:lnTo>
                  <a:lnTo>
                    <a:pt x="69526" y="204266"/>
                  </a:lnTo>
                  <a:close/>
                </a:path>
                <a:path w="231139" h="254000">
                  <a:moveTo>
                    <a:pt x="48215" y="19160"/>
                  </a:moveTo>
                  <a:lnTo>
                    <a:pt x="27674" y="40644"/>
                  </a:lnTo>
                  <a:lnTo>
                    <a:pt x="12808" y="67624"/>
                  </a:lnTo>
                  <a:lnTo>
                    <a:pt x="3592" y="97807"/>
                  </a:lnTo>
                  <a:lnTo>
                    <a:pt x="0" y="128900"/>
                  </a:lnTo>
                  <a:lnTo>
                    <a:pt x="2151" y="160033"/>
                  </a:lnTo>
                  <a:lnTo>
                    <a:pt x="9375" y="185198"/>
                  </a:lnTo>
                  <a:lnTo>
                    <a:pt x="10820" y="190231"/>
                  </a:lnTo>
                  <a:lnTo>
                    <a:pt x="26965" y="216767"/>
                  </a:lnTo>
                  <a:lnTo>
                    <a:pt x="51409" y="236799"/>
                  </a:lnTo>
                  <a:lnTo>
                    <a:pt x="51544" y="236910"/>
                  </a:lnTo>
                  <a:lnTo>
                    <a:pt x="69525" y="204266"/>
                  </a:lnTo>
                  <a:lnTo>
                    <a:pt x="55395" y="192546"/>
                  </a:lnTo>
                  <a:lnTo>
                    <a:pt x="45090" y="175589"/>
                  </a:lnTo>
                  <a:lnTo>
                    <a:pt x="40277" y="158996"/>
                  </a:lnTo>
                  <a:lnTo>
                    <a:pt x="38913" y="154070"/>
                  </a:lnTo>
                  <a:lnTo>
                    <a:pt x="37252" y="129850"/>
                  </a:lnTo>
                  <a:lnTo>
                    <a:pt x="40181" y="104766"/>
                  </a:lnTo>
                  <a:lnTo>
                    <a:pt x="47209" y="81944"/>
                  </a:lnTo>
                  <a:lnTo>
                    <a:pt x="57674" y="62790"/>
                  </a:lnTo>
                  <a:lnTo>
                    <a:pt x="70916" y="48712"/>
                  </a:lnTo>
                  <a:lnTo>
                    <a:pt x="48215" y="19160"/>
                  </a:lnTo>
                  <a:close/>
                </a:path>
                <a:path w="231139" h="254000">
                  <a:moveTo>
                    <a:pt x="185325" y="22808"/>
                  </a:moveTo>
                  <a:lnTo>
                    <a:pt x="160677" y="50763"/>
                  </a:lnTo>
                  <a:lnTo>
                    <a:pt x="183649" y="79829"/>
                  </a:lnTo>
                  <a:lnTo>
                    <a:pt x="192696" y="108762"/>
                  </a:lnTo>
                  <a:lnTo>
                    <a:pt x="181270" y="175691"/>
                  </a:lnTo>
                  <a:lnTo>
                    <a:pt x="149869" y="208009"/>
                  </a:lnTo>
                  <a:lnTo>
                    <a:pt x="136567" y="213885"/>
                  </a:lnTo>
                  <a:lnTo>
                    <a:pt x="214068" y="193031"/>
                  </a:lnTo>
                  <a:lnTo>
                    <a:pt x="229020" y="152903"/>
                  </a:lnTo>
                  <a:lnTo>
                    <a:pt x="230802" y="107730"/>
                  </a:lnTo>
                  <a:lnTo>
                    <a:pt x="216933" y="62916"/>
                  </a:lnTo>
                  <a:lnTo>
                    <a:pt x="185325" y="22808"/>
                  </a:lnTo>
                  <a:close/>
                </a:path>
                <a:path w="231139" h="254000">
                  <a:moveTo>
                    <a:pt x="169775" y="18743"/>
                  </a:moveTo>
                  <a:lnTo>
                    <a:pt x="164804" y="20080"/>
                  </a:lnTo>
                  <a:lnTo>
                    <a:pt x="159026" y="24463"/>
                  </a:lnTo>
                  <a:lnTo>
                    <a:pt x="155327" y="30880"/>
                  </a:lnTo>
                  <a:lnTo>
                    <a:pt x="154405" y="37956"/>
                  </a:lnTo>
                  <a:lnTo>
                    <a:pt x="156206" y="44868"/>
                  </a:lnTo>
                  <a:lnTo>
                    <a:pt x="160677" y="50763"/>
                  </a:lnTo>
                  <a:lnTo>
                    <a:pt x="172919" y="36879"/>
                  </a:lnTo>
                  <a:lnTo>
                    <a:pt x="154836" y="41744"/>
                  </a:lnTo>
                  <a:lnTo>
                    <a:pt x="161553" y="39313"/>
                  </a:lnTo>
                  <a:lnTo>
                    <a:pt x="166768" y="34630"/>
                  </a:lnTo>
                  <a:lnTo>
                    <a:pt x="167487" y="33242"/>
                  </a:lnTo>
                  <a:lnTo>
                    <a:pt x="170054" y="27861"/>
                  </a:lnTo>
                  <a:lnTo>
                    <a:pt x="170400" y="20470"/>
                  </a:lnTo>
                  <a:lnTo>
                    <a:pt x="170162" y="19811"/>
                  </a:lnTo>
                  <a:lnTo>
                    <a:pt x="169775" y="18743"/>
                  </a:lnTo>
                  <a:close/>
                </a:path>
                <a:path w="231139" h="254000">
                  <a:moveTo>
                    <a:pt x="156521" y="5252"/>
                  </a:moveTo>
                  <a:lnTo>
                    <a:pt x="147445" y="41399"/>
                  </a:lnTo>
                  <a:lnTo>
                    <a:pt x="154836" y="41744"/>
                  </a:lnTo>
                  <a:lnTo>
                    <a:pt x="155356" y="41604"/>
                  </a:lnTo>
                  <a:lnTo>
                    <a:pt x="154405" y="37956"/>
                  </a:lnTo>
                  <a:lnTo>
                    <a:pt x="155327" y="30880"/>
                  </a:lnTo>
                  <a:lnTo>
                    <a:pt x="159026" y="24463"/>
                  </a:lnTo>
                  <a:lnTo>
                    <a:pt x="164804" y="20080"/>
                  </a:lnTo>
                  <a:lnTo>
                    <a:pt x="169775" y="18743"/>
                  </a:lnTo>
                  <a:lnTo>
                    <a:pt x="167970" y="13753"/>
                  </a:lnTo>
                  <a:lnTo>
                    <a:pt x="163198" y="8438"/>
                  </a:lnTo>
                  <a:lnTo>
                    <a:pt x="156521" y="5252"/>
                  </a:lnTo>
                  <a:close/>
                </a:path>
                <a:path w="231139" h="254000">
                  <a:moveTo>
                    <a:pt x="171834" y="18189"/>
                  </a:moveTo>
                  <a:lnTo>
                    <a:pt x="169775" y="18743"/>
                  </a:lnTo>
                  <a:lnTo>
                    <a:pt x="170162" y="19811"/>
                  </a:lnTo>
                  <a:lnTo>
                    <a:pt x="170400" y="20470"/>
                  </a:lnTo>
                  <a:lnTo>
                    <a:pt x="170054" y="27861"/>
                  </a:lnTo>
                  <a:lnTo>
                    <a:pt x="167487" y="33242"/>
                  </a:lnTo>
                  <a:lnTo>
                    <a:pt x="166768" y="34630"/>
                  </a:lnTo>
                  <a:lnTo>
                    <a:pt x="161553" y="39313"/>
                  </a:lnTo>
                  <a:lnTo>
                    <a:pt x="154836" y="41744"/>
                  </a:lnTo>
                  <a:lnTo>
                    <a:pt x="172919" y="36879"/>
                  </a:lnTo>
                  <a:lnTo>
                    <a:pt x="185325" y="22808"/>
                  </a:lnTo>
                  <a:lnTo>
                    <a:pt x="178918" y="19111"/>
                  </a:lnTo>
                  <a:lnTo>
                    <a:pt x="171834" y="18189"/>
                  </a:lnTo>
                  <a:close/>
                </a:path>
                <a:path w="231139" h="254000">
                  <a:moveTo>
                    <a:pt x="152046" y="23077"/>
                  </a:moveTo>
                  <a:lnTo>
                    <a:pt x="86680" y="40665"/>
                  </a:lnTo>
                  <a:lnTo>
                    <a:pt x="105624" y="37177"/>
                  </a:lnTo>
                  <a:lnTo>
                    <a:pt x="126347" y="37628"/>
                  </a:lnTo>
                  <a:lnTo>
                    <a:pt x="147445" y="41399"/>
                  </a:lnTo>
                  <a:lnTo>
                    <a:pt x="151928" y="23545"/>
                  </a:lnTo>
                  <a:lnTo>
                    <a:pt x="151983" y="23326"/>
                  </a:lnTo>
                  <a:lnTo>
                    <a:pt x="152046" y="23077"/>
                  </a:lnTo>
                  <a:close/>
                </a:path>
                <a:path w="231139" h="254000">
                  <a:moveTo>
                    <a:pt x="74495" y="5413"/>
                  </a:moveTo>
                  <a:lnTo>
                    <a:pt x="48216" y="19160"/>
                  </a:lnTo>
                  <a:lnTo>
                    <a:pt x="70916" y="48711"/>
                  </a:lnTo>
                  <a:lnTo>
                    <a:pt x="86680" y="40665"/>
                  </a:lnTo>
                  <a:lnTo>
                    <a:pt x="152046" y="23077"/>
                  </a:lnTo>
                  <a:lnTo>
                    <a:pt x="156521" y="5252"/>
                  </a:lnTo>
                  <a:lnTo>
                    <a:pt x="131248" y="689"/>
                  </a:lnTo>
                  <a:lnTo>
                    <a:pt x="103039" y="0"/>
                  </a:lnTo>
                  <a:lnTo>
                    <a:pt x="74495" y="5413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9" name="object 4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96477" y="699902"/>
            <a:ext cx="1638851" cy="132422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51203" y="3107172"/>
            <a:ext cx="234237" cy="249063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5589225" y="6586618"/>
            <a:ext cx="59690" cy="73660"/>
          </a:xfrm>
          <a:custGeom>
            <a:avLst/>
            <a:gdLst/>
            <a:ahLst/>
            <a:cxnLst/>
            <a:rect l="l" t="t" r="r" b="b"/>
            <a:pathLst>
              <a:path w="59689" h="73659">
                <a:moveTo>
                  <a:pt x="2733" y="28520"/>
                </a:moveTo>
                <a:lnTo>
                  <a:pt x="33949" y="8170"/>
                </a:lnTo>
                <a:lnTo>
                  <a:pt x="28762" y="2893"/>
                </a:lnTo>
                <a:lnTo>
                  <a:pt x="22184" y="111"/>
                </a:lnTo>
                <a:lnTo>
                  <a:pt x="15042" y="0"/>
                </a:lnTo>
                <a:lnTo>
                  <a:pt x="8168" y="2733"/>
                </a:lnTo>
                <a:lnTo>
                  <a:pt x="2892" y="7921"/>
                </a:lnTo>
                <a:lnTo>
                  <a:pt x="111" y="14501"/>
                </a:lnTo>
                <a:lnTo>
                  <a:pt x="0" y="21644"/>
                </a:lnTo>
                <a:lnTo>
                  <a:pt x="2733" y="28520"/>
                </a:lnTo>
                <a:close/>
              </a:path>
              <a:path w="59689" h="73659">
                <a:moveTo>
                  <a:pt x="25191" y="64983"/>
                </a:moveTo>
                <a:lnTo>
                  <a:pt x="56806" y="45259"/>
                </a:lnTo>
                <a:lnTo>
                  <a:pt x="39853" y="17477"/>
                </a:lnTo>
                <a:lnTo>
                  <a:pt x="33949" y="8170"/>
                </a:lnTo>
                <a:lnTo>
                  <a:pt x="2733" y="28520"/>
                </a:lnTo>
                <a:lnTo>
                  <a:pt x="8394" y="37440"/>
                </a:lnTo>
                <a:lnTo>
                  <a:pt x="25191" y="64983"/>
                </a:lnTo>
                <a:close/>
              </a:path>
              <a:path w="59689" h="73659">
                <a:moveTo>
                  <a:pt x="30271" y="70362"/>
                </a:moveTo>
                <a:lnTo>
                  <a:pt x="36793" y="73275"/>
                </a:lnTo>
                <a:lnTo>
                  <a:pt x="43931" y="73529"/>
                </a:lnTo>
                <a:lnTo>
                  <a:pt x="50859" y="70932"/>
                </a:lnTo>
                <a:lnTo>
                  <a:pt x="56237" y="65851"/>
                </a:lnTo>
                <a:lnTo>
                  <a:pt x="59149" y="59328"/>
                </a:lnTo>
                <a:lnTo>
                  <a:pt x="59402" y="52188"/>
                </a:lnTo>
                <a:lnTo>
                  <a:pt x="56806" y="45259"/>
                </a:lnTo>
                <a:lnTo>
                  <a:pt x="25191" y="64983"/>
                </a:lnTo>
                <a:lnTo>
                  <a:pt x="30271" y="70362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415796" y="6616513"/>
            <a:ext cx="50165" cy="83820"/>
          </a:xfrm>
          <a:custGeom>
            <a:avLst/>
            <a:gdLst/>
            <a:ahLst/>
            <a:cxnLst/>
            <a:rect l="l" t="t" r="r" b="b"/>
            <a:pathLst>
              <a:path w="50164" h="83820">
                <a:moveTo>
                  <a:pt x="13144" y="13348"/>
                </a:moveTo>
                <a:lnTo>
                  <a:pt x="48950" y="23666"/>
                </a:lnTo>
                <a:lnTo>
                  <a:pt x="49550" y="16291"/>
                </a:lnTo>
                <a:lnTo>
                  <a:pt x="47353" y="9493"/>
                </a:lnTo>
                <a:lnTo>
                  <a:pt x="42768" y="4016"/>
                </a:lnTo>
                <a:lnTo>
                  <a:pt x="36204" y="600"/>
                </a:lnTo>
                <a:lnTo>
                  <a:pt x="28831" y="0"/>
                </a:lnTo>
                <a:lnTo>
                  <a:pt x="22035" y="2197"/>
                </a:lnTo>
                <a:lnTo>
                  <a:pt x="16559" y="6783"/>
                </a:lnTo>
                <a:lnTo>
                  <a:pt x="13144" y="13348"/>
                </a:lnTo>
                <a:close/>
              </a:path>
              <a:path w="50164" h="83820">
                <a:moveTo>
                  <a:pt x="708" y="59346"/>
                </a:moveTo>
                <a:lnTo>
                  <a:pt x="36359" y="70185"/>
                </a:lnTo>
                <a:lnTo>
                  <a:pt x="38810" y="62118"/>
                </a:lnTo>
                <a:lnTo>
                  <a:pt x="40920" y="54047"/>
                </a:lnTo>
                <a:lnTo>
                  <a:pt x="44939" y="38468"/>
                </a:lnTo>
                <a:lnTo>
                  <a:pt x="46829" y="31030"/>
                </a:lnTo>
                <a:lnTo>
                  <a:pt x="48950" y="23666"/>
                </a:lnTo>
                <a:lnTo>
                  <a:pt x="13144" y="13348"/>
                </a:lnTo>
                <a:lnTo>
                  <a:pt x="10844" y="21335"/>
                </a:lnTo>
                <a:lnTo>
                  <a:pt x="8824" y="29289"/>
                </a:lnTo>
                <a:lnTo>
                  <a:pt x="4840" y="44735"/>
                </a:lnTo>
                <a:lnTo>
                  <a:pt x="2904" y="52117"/>
                </a:lnTo>
                <a:lnTo>
                  <a:pt x="708" y="59346"/>
                </a:lnTo>
                <a:close/>
              </a:path>
              <a:path w="50164" h="83820">
                <a:moveTo>
                  <a:pt x="6603" y="79084"/>
                </a:moveTo>
                <a:lnTo>
                  <a:pt x="13115" y="82595"/>
                </a:lnTo>
                <a:lnTo>
                  <a:pt x="20480" y="83303"/>
                </a:lnTo>
                <a:lnTo>
                  <a:pt x="27307" y="81205"/>
                </a:lnTo>
                <a:lnTo>
                  <a:pt x="32849" y="76699"/>
                </a:lnTo>
                <a:lnTo>
                  <a:pt x="36359" y="70185"/>
                </a:lnTo>
                <a:lnTo>
                  <a:pt x="708" y="59346"/>
                </a:lnTo>
                <a:lnTo>
                  <a:pt x="0" y="66712"/>
                </a:lnTo>
                <a:lnTo>
                  <a:pt x="2098" y="73540"/>
                </a:lnTo>
                <a:lnTo>
                  <a:pt x="6603" y="79084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40471" y="6519860"/>
            <a:ext cx="97790" cy="62865"/>
          </a:xfrm>
          <a:custGeom>
            <a:avLst/>
            <a:gdLst/>
            <a:ahLst/>
            <a:cxnLst/>
            <a:rect l="l" t="t" r="r" b="b"/>
            <a:pathLst>
              <a:path w="97789" h="62865">
                <a:moveTo>
                  <a:pt x="85381" y="36021"/>
                </a:moveTo>
                <a:lnTo>
                  <a:pt x="91623" y="32049"/>
                </a:lnTo>
                <a:lnTo>
                  <a:pt x="93187" y="29813"/>
                </a:lnTo>
                <a:lnTo>
                  <a:pt x="94520" y="27906"/>
                </a:lnTo>
                <a:lnTo>
                  <a:pt x="95716" y="26195"/>
                </a:lnTo>
                <a:lnTo>
                  <a:pt x="97315" y="19232"/>
                </a:lnTo>
                <a:lnTo>
                  <a:pt x="96077" y="11936"/>
                </a:lnTo>
                <a:lnTo>
                  <a:pt x="92105" y="5693"/>
                </a:lnTo>
                <a:lnTo>
                  <a:pt x="86252" y="1599"/>
                </a:lnTo>
                <a:lnTo>
                  <a:pt x="79291" y="0"/>
                </a:lnTo>
                <a:lnTo>
                  <a:pt x="71997" y="1238"/>
                </a:lnTo>
                <a:lnTo>
                  <a:pt x="85381" y="36021"/>
                </a:lnTo>
                <a:close/>
              </a:path>
              <a:path w="97789" h="62865">
                <a:moveTo>
                  <a:pt x="25362" y="61550"/>
                </a:moveTo>
                <a:lnTo>
                  <a:pt x="33288" y="58373"/>
                </a:lnTo>
                <a:lnTo>
                  <a:pt x="41087" y="55078"/>
                </a:lnTo>
                <a:lnTo>
                  <a:pt x="48740" y="51734"/>
                </a:lnTo>
                <a:lnTo>
                  <a:pt x="63644" y="45117"/>
                </a:lnTo>
                <a:lnTo>
                  <a:pt x="70939" y="41937"/>
                </a:lnTo>
                <a:lnTo>
                  <a:pt x="78165" y="38896"/>
                </a:lnTo>
                <a:lnTo>
                  <a:pt x="85381" y="36021"/>
                </a:lnTo>
                <a:lnTo>
                  <a:pt x="71997" y="1238"/>
                </a:lnTo>
                <a:lnTo>
                  <a:pt x="64050" y="4404"/>
                </a:lnTo>
                <a:lnTo>
                  <a:pt x="56235" y="7691"/>
                </a:lnTo>
                <a:lnTo>
                  <a:pt x="48570" y="11032"/>
                </a:lnTo>
                <a:lnTo>
                  <a:pt x="33642" y="17660"/>
                </a:lnTo>
                <a:lnTo>
                  <a:pt x="26341" y="20850"/>
                </a:lnTo>
                <a:lnTo>
                  <a:pt x="19111" y="23906"/>
                </a:lnTo>
                <a:lnTo>
                  <a:pt x="11892" y="26800"/>
                </a:lnTo>
                <a:lnTo>
                  <a:pt x="25362" y="61550"/>
                </a:lnTo>
                <a:close/>
              </a:path>
              <a:path w="97789" h="62865">
                <a:moveTo>
                  <a:pt x="5243" y="57145"/>
                </a:moveTo>
                <a:lnTo>
                  <a:pt x="11106" y="61224"/>
                </a:lnTo>
                <a:lnTo>
                  <a:pt x="18071" y="62807"/>
                </a:lnTo>
                <a:lnTo>
                  <a:pt x="25362" y="61550"/>
                </a:lnTo>
                <a:lnTo>
                  <a:pt x="11892" y="26800"/>
                </a:lnTo>
                <a:lnTo>
                  <a:pt x="5660" y="30787"/>
                </a:lnTo>
                <a:lnTo>
                  <a:pt x="2820" y="34871"/>
                </a:lnTo>
                <a:lnTo>
                  <a:pt x="1581" y="36652"/>
                </a:lnTo>
                <a:lnTo>
                  <a:pt x="0" y="43619"/>
                </a:lnTo>
                <a:lnTo>
                  <a:pt x="1256" y="50911"/>
                </a:lnTo>
                <a:lnTo>
                  <a:pt x="5243" y="57145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984201" y="3306635"/>
            <a:ext cx="93353" cy="6904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361436" y="6555473"/>
            <a:ext cx="2940562" cy="1838454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14132624" y="3420239"/>
            <a:ext cx="100965" cy="48895"/>
          </a:xfrm>
          <a:custGeom>
            <a:avLst/>
            <a:gdLst/>
            <a:ahLst/>
            <a:cxnLst/>
            <a:rect l="l" t="t" r="r" b="b"/>
            <a:pathLst>
              <a:path w="100965" h="48895">
                <a:moveTo>
                  <a:pt x="15484" y="11762"/>
                </a:moveTo>
                <a:lnTo>
                  <a:pt x="0" y="33082"/>
                </a:lnTo>
                <a:lnTo>
                  <a:pt x="2582" y="40017"/>
                </a:lnTo>
                <a:lnTo>
                  <a:pt x="7453" y="45241"/>
                </a:lnTo>
                <a:lnTo>
                  <a:pt x="13928" y="48258"/>
                </a:lnTo>
                <a:lnTo>
                  <a:pt x="21320" y="48570"/>
                </a:lnTo>
                <a:lnTo>
                  <a:pt x="15484" y="11762"/>
                </a:lnTo>
                <a:close/>
              </a:path>
              <a:path w="100965" h="48895">
                <a:moveTo>
                  <a:pt x="77767" y="350"/>
                </a:moveTo>
                <a:lnTo>
                  <a:pt x="62595" y="3782"/>
                </a:lnTo>
                <a:lnTo>
                  <a:pt x="47311" y="6644"/>
                </a:lnTo>
                <a:lnTo>
                  <a:pt x="15484" y="11762"/>
                </a:lnTo>
                <a:lnTo>
                  <a:pt x="21320" y="48570"/>
                </a:lnTo>
                <a:lnTo>
                  <a:pt x="53682" y="43362"/>
                </a:lnTo>
                <a:lnTo>
                  <a:pt x="70301" y="40243"/>
                </a:lnTo>
                <a:lnTo>
                  <a:pt x="86868" y="36490"/>
                </a:lnTo>
                <a:lnTo>
                  <a:pt x="77767" y="350"/>
                </a:lnTo>
                <a:close/>
              </a:path>
              <a:path w="100965" h="48895">
                <a:moveTo>
                  <a:pt x="85157" y="0"/>
                </a:moveTo>
                <a:lnTo>
                  <a:pt x="77767" y="350"/>
                </a:lnTo>
                <a:lnTo>
                  <a:pt x="86868" y="36490"/>
                </a:lnTo>
                <a:lnTo>
                  <a:pt x="93544" y="33299"/>
                </a:lnTo>
                <a:lnTo>
                  <a:pt x="98311" y="27980"/>
                </a:lnTo>
                <a:lnTo>
                  <a:pt x="100737" y="21262"/>
                </a:lnTo>
                <a:lnTo>
                  <a:pt x="100386" y="13871"/>
                </a:lnTo>
                <a:lnTo>
                  <a:pt x="97194" y="7195"/>
                </a:lnTo>
                <a:lnTo>
                  <a:pt x="91876" y="2426"/>
                </a:lnTo>
                <a:lnTo>
                  <a:pt x="85157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25159" y="4603353"/>
            <a:ext cx="259715" cy="78105"/>
          </a:xfrm>
          <a:custGeom>
            <a:avLst/>
            <a:gdLst/>
            <a:ahLst/>
            <a:cxnLst/>
            <a:rect l="l" t="t" r="r" b="b"/>
            <a:pathLst>
              <a:path w="259715" h="78104">
                <a:moveTo>
                  <a:pt x="15484" y="40910"/>
                </a:moveTo>
                <a:lnTo>
                  <a:pt x="0" y="62230"/>
                </a:lnTo>
                <a:lnTo>
                  <a:pt x="2582" y="69164"/>
                </a:lnTo>
                <a:lnTo>
                  <a:pt x="7453" y="74389"/>
                </a:lnTo>
                <a:lnTo>
                  <a:pt x="13928" y="77406"/>
                </a:lnTo>
                <a:lnTo>
                  <a:pt x="21320" y="77717"/>
                </a:lnTo>
                <a:lnTo>
                  <a:pt x="15484" y="40910"/>
                </a:lnTo>
                <a:close/>
              </a:path>
              <a:path w="259715" h="78104">
                <a:moveTo>
                  <a:pt x="236376" y="350"/>
                </a:moveTo>
                <a:lnTo>
                  <a:pt x="182050" y="12654"/>
                </a:lnTo>
                <a:lnTo>
                  <a:pt x="126955" y="22980"/>
                </a:lnTo>
                <a:lnTo>
                  <a:pt x="15484" y="40910"/>
                </a:lnTo>
                <a:lnTo>
                  <a:pt x="21320" y="77717"/>
                </a:lnTo>
                <a:lnTo>
                  <a:pt x="133327" y="59699"/>
                </a:lnTo>
                <a:lnTo>
                  <a:pt x="189655" y="49134"/>
                </a:lnTo>
                <a:lnTo>
                  <a:pt x="245477" y="36490"/>
                </a:lnTo>
                <a:lnTo>
                  <a:pt x="236376" y="350"/>
                </a:lnTo>
                <a:close/>
              </a:path>
              <a:path w="259715" h="78104">
                <a:moveTo>
                  <a:pt x="243766" y="0"/>
                </a:moveTo>
                <a:lnTo>
                  <a:pt x="236376" y="350"/>
                </a:lnTo>
                <a:lnTo>
                  <a:pt x="245477" y="36490"/>
                </a:lnTo>
                <a:lnTo>
                  <a:pt x="252153" y="33299"/>
                </a:lnTo>
                <a:lnTo>
                  <a:pt x="256921" y="27980"/>
                </a:lnTo>
                <a:lnTo>
                  <a:pt x="259346" y="21262"/>
                </a:lnTo>
                <a:lnTo>
                  <a:pt x="258995" y="13871"/>
                </a:lnTo>
                <a:lnTo>
                  <a:pt x="255804" y="7195"/>
                </a:lnTo>
                <a:lnTo>
                  <a:pt x="250485" y="2426"/>
                </a:lnTo>
                <a:lnTo>
                  <a:pt x="243766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286970" y="7632100"/>
            <a:ext cx="232410" cy="448309"/>
          </a:xfrm>
          <a:custGeom>
            <a:avLst/>
            <a:gdLst/>
            <a:ahLst/>
            <a:cxnLst/>
            <a:rect l="l" t="t" r="r" b="b"/>
            <a:pathLst>
              <a:path w="232409" h="448309">
                <a:moveTo>
                  <a:pt x="35656" y="11056"/>
                </a:moveTo>
                <a:lnTo>
                  <a:pt x="31369" y="5025"/>
                </a:lnTo>
                <a:lnTo>
                  <a:pt x="25312" y="1239"/>
                </a:lnTo>
                <a:lnTo>
                  <a:pt x="18616" y="59"/>
                </a:lnTo>
                <a:lnTo>
                  <a:pt x="18277" y="0"/>
                </a:lnTo>
                <a:lnTo>
                  <a:pt x="11056" y="1612"/>
                </a:lnTo>
                <a:lnTo>
                  <a:pt x="5025" y="5899"/>
                </a:lnTo>
                <a:lnTo>
                  <a:pt x="1239" y="11956"/>
                </a:lnTo>
                <a:lnTo>
                  <a:pt x="0" y="18991"/>
                </a:lnTo>
                <a:lnTo>
                  <a:pt x="1612" y="26212"/>
                </a:lnTo>
                <a:lnTo>
                  <a:pt x="35656" y="11056"/>
                </a:lnTo>
                <a:close/>
              </a:path>
              <a:path w="232409" h="448309">
                <a:moveTo>
                  <a:pt x="230037" y="420394"/>
                </a:moveTo>
                <a:lnTo>
                  <a:pt x="206179" y="376413"/>
                </a:lnTo>
                <a:lnTo>
                  <a:pt x="183169" y="331842"/>
                </a:lnTo>
                <a:lnTo>
                  <a:pt x="160885" y="286772"/>
                </a:lnTo>
                <a:lnTo>
                  <a:pt x="139206" y="241296"/>
                </a:lnTo>
                <a:lnTo>
                  <a:pt x="118011" y="195507"/>
                </a:lnTo>
                <a:lnTo>
                  <a:pt x="35656" y="11056"/>
                </a:lnTo>
                <a:lnTo>
                  <a:pt x="1612" y="26212"/>
                </a:lnTo>
                <a:lnTo>
                  <a:pt x="84101" y="210964"/>
                </a:lnTo>
                <a:lnTo>
                  <a:pt x="105488" y="257164"/>
                </a:lnTo>
                <a:lnTo>
                  <a:pt x="127408" y="303137"/>
                </a:lnTo>
                <a:lnTo>
                  <a:pt x="149971" y="348767"/>
                </a:lnTo>
                <a:lnTo>
                  <a:pt x="173292" y="393937"/>
                </a:lnTo>
                <a:lnTo>
                  <a:pt x="197482" y="438532"/>
                </a:lnTo>
                <a:lnTo>
                  <a:pt x="230037" y="420394"/>
                </a:lnTo>
                <a:close/>
              </a:path>
              <a:path w="232409" h="448309">
                <a:moveTo>
                  <a:pt x="232288" y="427443"/>
                </a:moveTo>
                <a:lnTo>
                  <a:pt x="230037" y="420394"/>
                </a:lnTo>
                <a:lnTo>
                  <a:pt x="197482" y="438532"/>
                </a:lnTo>
                <a:lnTo>
                  <a:pt x="202291" y="444155"/>
                </a:lnTo>
                <a:lnTo>
                  <a:pt x="208662" y="447385"/>
                </a:lnTo>
                <a:lnTo>
                  <a:pt x="215780" y="447991"/>
                </a:lnTo>
                <a:lnTo>
                  <a:pt x="222828" y="445740"/>
                </a:lnTo>
                <a:lnTo>
                  <a:pt x="228451" y="440931"/>
                </a:lnTo>
                <a:lnTo>
                  <a:pt x="231682" y="434560"/>
                </a:lnTo>
                <a:lnTo>
                  <a:pt x="232288" y="427443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182516" y="2175586"/>
            <a:ext cx="550623" cy="48846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233900" y="9499600"/>
            <a:ext cx="685800" cy="673100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336937" y="9691207"/>
            <a:ext cx="374650" cy="243840"/>
          </a:xfrm>
          <a:custGeom>
            <a:avLst/>
            <a:gdLst/>
            <a:ahLst/>
            <a:cxnLst/>
            <a:rect l="l" t="t" r="r" b="b"/>
            <a:pathLst>
              <a:path w="374650" h="243840">
                <a:moveTo>
                  <a:pt x="82378" y="0"/>
                </a:moveTo>
                <a:lnTo>
                  <a:pt x="37949" y="14462"/>
                </a:lnTo>
                <a:lnTo>
                  <a:pt x="9718" y="56114"/>
                </a:lnTo>
                <a:lnTo>
                  <a:pt x="607" y="103211"/>
                </a:lnTo>
                <a:lnTo>
                  <a:pt x="0" y="121715"/>
                </a:lnTo>
                <a:lnTo>
                  <a:pt x="483" y="136525"/>
                </a:lnTo>
                <a:lnTo>
                  <a:pt x="607" y="140329"/>
                </a:lnTo>
                <a:lnTo>
                  <a:pt x="9718" y="187664"/>
                </a:lnTo>
                <a:lnTo>
                  <a:pt x="29177" y="221224"/>
                </a:lnTo>
                <a:lnTo>
                  <a:pt x="69788" y="242542"/>
                </a:lnTo>
                <a:lnTo>
                  <a:pt x="82378" y="243431"/>
                </a:lnTo>
                <a:lnTo>
                  <a:pt x="94967" y="242542"/>
                </a:lnTo>
                <a:lnTo>
                  <a:pt x="135578" y="221224"/>
                </a:lnTo>
                <a:lnTo>
                  <a:pt x="138143" y="217978"/>
                </a:lnTo>
                <a:lnTo>
                  <a:pt x="82378" y="217978"/>
                </a:lnTo>
                <a:lnTo>
                  <a:pt x="74069" y="217276"/>
                </a:lnTo>
                <a:lnTo>
                  <a:pt x="42162" y="192986"/>
                </a:lnTo>
                <a:lnTo>
                  <a:pt x="29387" y="150178"/>
                </a:lnTo>
                <a:lnTo>
                  <a:pt x="27767" y="121715"/>
                </a:lnTo>
                <a:lnTo>
                  <a:pt x="28671" y="99942"/>
                </a:lnTo>
                <a:lnTo>
                  <a:pt x="42230" y="50329"/>
                </a:lnTo>
                <a:lnTo>
                  <a:pt x="82378" y="24991"/>
                </a:lnTo>
                <a:lnTo>
                  <a:pt x="137413" y="24991"/>
                </a:lnTo>
                <a:lnTo>
                  <a:pt x="135397" y="22445"/>
                </a:lnTo>
                <a:lnTo>
                  <a:pt x="126691" y="14462"/>
                </a:lnTo>
                <a:lnTo>
                  <a:pt x="117022" y="8135"/>
                </a:lnTo>
                <a:lnTo>
                  <a:pt x="106414" y="3615"/>
                </a:lnTo>
                <a:lnTo>
                  <a:pt x="94866" y="903"/>
                </a:lnTo>
                <a:lnTo>
                  <a:pt x="82378" y="0"/>
                </a:lnTo>
                <a:close/>
              </a:path>
              <a:path w="374650" h="243840">
                <a:moveTo>
                  <a:pt x="137413" y="24991"/>
                </a:moveTo>
                <a:lnTo>
                  <a:pt x="82378" y="24991"/>
                </a:lnTo>
                <a:lnTo>
                  <a:pt x="90628" y="25699"/>
                </a:lnTo>
                <a:lnTo>
                  <a:pt x="98257" y="27825"/>
                </a:lnTo>
                <a:lnTo>
                  <a:pt x="126792" y="59129"/>
                </a:lnTo>
                <a:lnTo>
                  <a:pt x="136576" y="106899"/>
                </a:lnTo>
                <a:lnTo>
                  <a:pt x="136988" y="121715"/>
                </a:lnTo>
                <a:lnTo>
                  <a:pt x="136091" y="143525"/>
                </a:lnTo>
                <a:lnTo>
                  <a:pt x="122641" y="192986"/>
                </a:lnTo>
                <a:lnTo>
                  <a:pt x="82378" y="217978"/>
                </a:lnTo>
                <a:lnTo>
                  <a:pt x="138143" y="217978"/>
                </a:lnTo>
                <a:lnTo>
                  <a:pt x="159289" y="173303"/>
                </a:lnTo>
                <a:lnTo>
                  <a:pt x="164756" y="121715"/>
                </a:lnTo>
                <a:lnTo>
                  <a:pt x="164264" y="106899"/>
                </a:lnTo>
                <a:lnTo>
                  <a:pt x="154921" y="56114"/>
                </a:lnTo>
                <a:lnTo>
                  <a:pt x="143004" y="32048"/>
                </a:lnTo>
                <a:lnTo>
                  <a:pt x="137413" y="24991"/>
                </a:lnTo>
                <a:close/>
              </a:path>
              <a:path w="374650" h="243840">
                <a:moveTo>
                  <a:pt x="324421" y="3239"/>
                </a:moveTo>
                <a:lnTo>
                  <a:pt x="314702" y="3239"/>
                </a:lnTo>
                <a:lnTo>
                  <a:pt x="314702" y="240192"/>
                </a:lnTo>
                <a:lnTo>
                  <a:pt x="342008" y="240192"/>
                </a:lnTo>
                <a:lnTo>
                  <a:pt x="342008" y="39800"/>
                </a:lnTo>
                <a:lnTo>
                  <a:pt x="324421" y="39800"/>
                </a:lnTo>
                <a:lnTo>
                  <a:pt x="324421" y="3239"/>
                </a:lnTo>
                <a:close/>
              </a:path>
              <a:path w="374650" h="243840">
                <a:moveTo>
                  <a:pt x="314702" y="3239"/>
                </a:moveTo>
                <a:lnTo>
                  <a:pt x="307298" y="3239"/>
                </a:lnTo>
                <a:lnTo>
                  <a:pt x="203168" y="167995"/>
                </a:lnTo>
                <a:lnTo>
                  <a:pt x="203168" y="191598"/>
                </a:lnTo>
                <a:lnTo>
                  <a:pt x="314702" y="191598"/>
                </a:lnTo>
                <a:lnTo>
                  <a:pt x="314702" y="166144"/>
                </a:lnTo>
                <a:lnTo>
                  <a:pt x="234176" y="166144"/>
                </a:lnTo>
                <a:lnTo>
                  <a:pt x="234176" y="164293"/>
                </a:lnTo>
                <a:lnTo>
                  <a:pt x="312851" y="39800"/>
                </a:lnTo>
                <a:lnTo>
                  <a:pt x="314702" y="39800"/>
                </a:lnTo>
                <a:lnTo>
                  <a:pt x="314702" y="3239"/>
                </a:lnTo>
                <a:close/>
              </a:path>
              <a:path w="374650" h="243840">
                <a:moveTo>
                  <a:pt x="374403" y="166144"/>
                </a:moveTo>
                <a:lnTo>
                  <a:pt x="342008" y="166144"/>
                </a:lnTo>
                <a:lnTo>
                  <a:pt x="342008" y="191598"/>
                </a:lnTo>
                <a:lnTo>
                  <a:pt x="374403" y="191598"/>
                </a:lnTo>
                <a:lnTo>
                  <a:pt x="374403" y="166144"/>
                </a:lnTo>
                <a:close/>
              </a:path>
              <a:path w="374650" h="243840">
                <a:moveTo>
                  <a:pt x="342008" y="3239"/>
                </a:moveTo>
                <a:lnTo>
                  <a:pt x="324421" y="3239"/>
                </a:lnTo>
                <a:lnTo>
                  <a:pt x="324421" y="39800"/>
                </a:lnTo>
                <a:lnTo>
                  <a:pt x="342008" y="39800"/>
                </a:lnTo>
                <a:lnTo>
                  <a:pt x="342008" y="32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8537" y="9678507"/>
            <a:ext cx="361315" cy="243840"/>
          </a:xfrm>
          <a:custGeom>
            <a:avLst/>
            <a:gdLst/>
            <a:ahLst/>
            <a:cxnLst/>
            <a:rect l="l" t="t" r="r" b="b"/>
            <a:pathLst>
              <a:path w="361315" h="243840">
                <a:moveTo>
                  <a:pt x="82378" y="0"/>
                </a:moveTo>
                <a:lnTo>
                  <a:pt x="37949" y="14462"/>
                </a:lnTo>
                <a:lnTo>
                  <a:pt x="9718" y="56114"/>
                </a:lnTo>
                <a:lnTo>
                  <a:pt x="607" y="103211"/>
                </a:lnTo>
                <a:lnTo>
                  <a:pt x="0" y="121715"/>
                </a:lnTo>
                <a:lnTo>
                  <a:pt x="483" y="136525"/>
                </a:lnTo>
                <a:lnTo>
                  <a:pt x="607" y="140329"/>
                </a:lnTo>
                <a:lnTo>
                  <a:pt x="9718" y="187664"/>
                </a:lnTo>
                <a:lnTo>
                  <a:pt x="29177" y="221224"/>
                </a:lnTo>
                <a:lnTo>
                  <a:pt x="69788" y="242542"/>
                </a:lnTo>
                <a:lnTo>
                  <a:pt x="82378" y="243431"/>
                </a:lnTo>
                <a:lnTo>
                  <a:pt x="94967" y="242542"/>
                </a:lnTo>
                <a:lnTo>
                  <a:pt x="135578" y="221224"/>
                </a:lnTo>
                <a:lnTo>
                  <a:pt x="138143" y="217978"/>
                </a:lnTo>
                <a:lnTo>
                  <a:pt x="82378" y="217978"/>
                </a:lnTo>
                <a:lnTo>
                  <a:pt x="74069" y="217276"/>
                </a:lnTo>
                <a:lnTo>
                  <a:pt x="42162" y="192986"/>
                </a:lnTo>
                <a:lnTo>
                  <a:pt x="29387" y="150178"/>
                </a:lnTo>
                <a:lnTo>
                  <a:pt x="27767" y="121715"/>
                </a:lnTo>
                <a:lnTo>
                  <a:pt x="28671" y="99942"/>
                </a:lnTo>
                <a:lnTo>
                  <a:pt x="42230" y="50329"/>
                </a:lnTo>
                <a:lnTo>
                  <a:pt x="82378" y="24991"/>
                </a:lnTo>
                <a:lnTo>
                  <a:pt x="137413" y="24991"/>
                </a:lnTo>
                <a:lnTo>
                  <a:pt x="135397" y="22445"/>
                </a:lnTo>
                <a:lnTo>
                  <a:pt x="126691" y="14462"/>
                </a:lnTo>
                <a:lnTo>
                  <a:pt x="117022" y="8135"/>
                </a:lnTo>
                <a:lnTo>
                  <a:pt x="106414" y="3615"/>
                </a:lnTo>
                <a:lnTo>
                  <a:pt x="94866" y="903"/>
                </a:lnTo>
                <a:lnTo>
                  <a:pt x="82378" y="0"/>
                </a:lnTo>
                <a:close/>
              </a:path>
              <a:path w="361315" h="243840">
                <a:moveTo>
                  <a:pt x="137413" y="24991"/>
                </a:moveTo>
                <a:lnTo>
                  <a:pt x="82378" y="24991"/>
                </a:lnTo>
                <a:lnTo>
                  <a:pt x="90628" y="25699"/>
                </a:lnTo>
                <a:lnTo>
                  <a:pt x="98257" y="27825"/>
                </a:lnTo>
                <a:lnTo>
                  <a:pt x="126792" y="59129"/>
                </a:lnTo>
                <a:lnTo>
                  <a:pt x="136576" y="106899"/>
                </a:lnTo>
                <a:lnTo>
                  <a:pt x="136988" y="121715"/>
                </a:lnTo>
                <a:lnTo>
                  <a:pt x="136091" y="143525"/>
                </a:lnTo>
                <a:lnTo>
                  <a:pt x="122641" y="192986"/>
                </a:lnTo>
                <a:lnTo>
                  <a:pt x="82378" y="217978"/>
                </a:lnTo>
                <a:lnTo>
                  <a:pt x="138143" y="217978"/>
                </a:lnTo>
                <a:lnTo>
                  <a:pt x="159289" y="173303"/>
                </a:lnTo>
                <a:lnTo>
                  <a:pt x="164756" y="121715"/>
                </a:lnTo>
                <a:lnTo>
                  <a:pt x="164264" y="106899"/>
                </a:lnTo>
                <a:lnTo>
                  <a:pt x="154921" y="56114"/>
                </a:lnTo>
                <a:lnTo>
                  <a:pt x="143004" y="32048"/>
                </a:lnTo>
                <a:lnTo>
                  <a:pt x="137413" y="24991"/>
                </a:lnTo>
                <a:close/>
              </a:path>
              <a:path w="361315" h="243840">
                <a:moveTo>
                  <a:pt x="236952" y="180954"/>
                </a:moveTo>
                <a:lnTo>
                  <a:pt x="209184" y="180954"/>
                </a:lnTo>
                <a:lnTo>
                  <a:pt x="210078" y="188648"/>
                </a:lnTo>
                <a:lnTo>
                  <a:pt x="210204" y="189732"/>
                </a:lnTo>
                <a:lnTo>
                  <a:pt x="231399" y="225729"/>
                </a:lnTo>
                <a:lnTo>
                  <a:pt x="272841" y="242925"/>
                </a:lnTo>
                <a:lnTo>
                  <a:pt x="282769" y="243431"/>
                </a:lnTo>
                <a:lnTo>
                  <a:pt x="293746" y="242795"/>
                </a:lnTo>
                <a:lnTo>
                  <a:pt x="331407" y="227639"/>
                </a:lnTo>
                <a:lnTo>
                  <a:pt x="341532" y="217978"/>
                </a:lnTo>
                <a:lnTo>
                  <a:pt x="282769" y="217978"/>
                </a:lnTo>
                <a:lnTo>
                  <a:pt x="274005" y="217327"/>
                </a:lnTo>
                <a:lnTo>
                  <a:pt x="241407" y="195648"/>
                </a:lnTo>
                <a:lnTo>
                  <a:pt x="238471" y="188648"/>
                </a:lnTo>
                <a:lnTo>
                  <a:pt x="236952" y="180954"/>
                </a:lnTo>
                <a:close/>
              </a:path>
              <a:path w="361315" h="243840">
                <a:moveTo>
                  <a:pt x="342312" y="111071"/>
                </a:moveTo>
                <a:lnTo>
                  <a:pt x="280918" y="111071"/>
                </a:lnTo>
                <a:lnTo>
                  <a:pt x="288287" y="111563"/>
                </a:lnTo>
                <a:lnTo>
                  <a:pt x="295236" y="112922"/>
                </a:lnTo>
                <a:lnTo>
                  <a:pt x="326388" y="137566"/>
                </a:lnTo>
                <a:lnTo>
                  <a:pt x="333214" y="165219"/>
                </a:lnTo>
                <a:lnTo>
                  <a:pt x="332802" y="172602"/>
                </a:lnTo>
                <a:lnTo>
                  <a:pt x="314102" y="207420"/>
                </a:lnTo>
                <a:lnTo>
                  <a:pt x="282769" y="217978"/>
                </a:lnTo>
                <a:lnTo>
                  <a:pt x="341532" y="217978"/>
                </a:lnTo>
                <a:lnTo>
                  <a:pt x="360346" y="175791"/>
                </a:lnTo>
                <a:lnTo>
                  <a:pt x="360956" y="165219"/>
                </a:lnTo>
                <a:lnTo>
                  <a:pt x="360982" y="164756"/>
                </a:lnTo>
                <a:lnTo>
                  <a:pt x="351148" y="123798"/>
                </a:lnTo>
                <a:lnTo>
                  <a:pt x="345826" y="115309"/>
                </a:lnTo>
                <a:lnTo>
                  <a:pt x="342312" y="111071"/>
                </a:lnTo>
                <a:close/>
              </a:path>
              <a:path w="361315" h="243840">
                <a:moveTo>
                  <a:pt x="350338" y="3239"/>
                </a:moveTo>
                <a:lnTo>
                  <a:pt x="227234" y="3239"/>
                </a:lnTo>
                <a:lnTo>
                  <a:pt x="212925" y="119556"/>
                </a:lnTo>
                <a:lnTo>
                  <a:pt x="212887" y="119864"/>
                </a:lnTo>
                <a:lnTo>
                  <a:pt x="239729" y="123104"/>
                </a:lnTo>
                <a:lnTo>
                  <a:pt x="244666" y="119556"/>
                </a:lnTo>
                <a:lnTo>
                  <a:pt x="250952" y="116663"/>
                </a:lnTo>
                <a:lnTo>
                  <a:pt x="258588" y="114426"/>
                </a:lnTo>
                <a:lnTo>
                  <a:pt x="266224" y="112112"/>
                </a:lnTo>
                <a:lnTo>
                  <a:pt x="273154" y="111071"/>
                </a:lnTo>
                <a:lnTo>
                  <a:pt x="342312" y="111071"/>
                </a:lnTo>
                <a:lnTo>
                  <a:pt x="339578" y="107774"/>
                </a:lnTo>
                <a:lnTo>
                  <a:pt x="332404" y="101193"/>
                </a:lnTo>
                <a:lnTo>
                  <a:pt x="328636" y="98576"/>
                </a:lnTo>
                <a:lnTo>
                  <a:pt x="242969" y="98576"/>
                </a:lnTo>
                <a:lnTo>
                  <a:pt x="251299" y="28693"/>
                </a:lnTo>
                <a:lnTo>
                  <a:pt x="350338" y="28693"/>
                </a:lnTo>
                <a:lnTo>
                  <a:pt x="350338" y="3239"/>
                </a:lnTo>
                <a:close/>
              </a:path>
              <a:path w="361315" h="243840">
                <a:moveTo>
                  <a:pt x="285546" y="85154"/>
                </a:moveTo>
                <a:lnTo>
                  <a:pt x="277601" y="85154"/>
                </a:lnTo>
                <a:lnTo>
                  <a:pt x="269965" y="86427"/>
                </a:lnTo>
                <a:lnTo>
                  <a:pt x="255310" y="91518"/>
                </a:lnTo>
                <a:lnTo>
                  <a:pt x="249216" y="94719"/>
                </a:lnTo>
                <a:lnTo>
                  <a:pt x="244357" y="98576"/>
                </a:lnTo>
                <a:lnTo>
                  <a:pt x="328636" y="98576"/>
                </a:lnTo>
                <a:lnTo>
                  <a:pt x="285546" y="85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753" y="992788"/>
            <a:ext cx="8362459" cy="5667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950" y="4203700"/>
            <a:ext cx="1549400" cy="1549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28850" y="5994400"/>
            <a:ext cx="3911600" cy="406400"/>
          </a:xfrm>
          <a:custGeom>
            <a:avLst/>
            <a:gdLst/>
            <a:ahLst/>
            <a:cxnLst/>
            <a:rect l="l" t="t" r="r" b="b"/>
            <a:pathLst>
              <a:path w="3911600" h="406400">
                <a:moveTo>
                  <a:pt x="38100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304800"/>
                </a:lnTo>
                <a:lnTo>
                  <a:pt x="7984" y="344347"/>
                </a:lnTo>
                <a:lnTo>
                  <a:pt x="29757" y="376642"/>
                </a:lnTo>
                <a:lnTo>
                  <a:pt x="62052" y="398415"/>
                </a:lnTo>
                <a:lnTo>
                  <a:pt x="101600" y="406400"/>
                </a:lnTo>
                <a:lnTo>
                  <a:pt x="3810000" y="406400"/>
                </a:lnTo>
                <a:lnTo>
                  <a:pt x="3849547" y="398415"/>
                </a:lnTo>
                <a:lnTo>
                  <a:pt x="3881842" y="376642"/>
                </a:lnTo>
                <a:lnTo>
                  <a:pt x="3903615" y="344347"/>
                </a:lnTo>
                <a:lnTo>
                  <a:pt x="3911600" y="304800"/>
                </a:lnTo>
                <a:lnTo>
                  <a:pt x="3911600" y="101600"/>
                </a:lnTo>
                <a:lnTo>
                  <a:pt x="3903615" y="62052"/>
                </a:lnTo>
                <a:lnTo>
                  <a:pt x="3881842" y="29757"/>
                </a:lnTo>
                <a:lnTo>
                  <a:pt x="3849547" y="7984"/>
                </a:lnTo>
                <a:lnTo>
                  <a:pt x="3810000" y="0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0255" y="6734247"/>
            <a:ext cx="2088514" cy="189865"/>
          </a:xfrm>
          <a:custGeom>
            <a:avLst/>
            <a:gdLst/>
            <a:ahLst/>
            <a:cxnLst/>
            <a:rect l="l" t="t" r="r" b="b"/>
            <a:pathLst>
              <a:path w="2088514" h="189865">
                <a:moveTo>
                  <a:pt x="39056" y="2525"/>
                </a:moveTo>
                <a:lnTo>
                  <a:pt x="0" y="2525"/>
                </a:lnTo>
                <a:lnTo>
                  <a:pt x="0" y="187252"/>
                </a:lnTo>
                <a:lnTo>
                  <a:pt x="39056" y="187252"/>
                </a:lnTo>
                <a:lnTo>
                  <a:pt x="39056" y="110944"/>
                </a:lnTo>
                <a:lnTo>
                  <a:pt x="157306" y="110944"/>
                </a:lnTo>
                <a:lnTo>
                  <a:pt x="157306" y="78743"/>
                </a:lnTo>
                <a:lnTo>
                  <a:pt x="39056" y="78743"/>
                </a:lnTo>
                <a:lnTo>
                  <a:pt x="39056" y="2525"/>
                </a:lnTo>
                <a:close/>
              </a:path>
              <a:path w="2088514" h="189865">
                <a:moveTo>
                  <a:pt x="157306" y="110944"/>
                </a:moveTo>
                <a:lnTo>
                  <a:pt x="118340" y="110944"/>
                </a:lnTo>
                <a:lnTo>
                  <a:pt x="118340" y="187252"/>
                </a:lnTo>
                <a:lnTo>
                  <a:pt x="157306" y="187252"/>
                </a:lnTo>
                <a:lnTo>
                  <a:pt x="157306" y="110944"/>
                </a:lnTo>
                <a:close/>
              </a:path>
              <a:path w="2088514" h="189865">
                <a:moveTo>
                  <a:pt x="157306" y="2525"/>
                </a:moveTo>
                <a:lnTo>
                  <a:pt x="118340" y="2525"/>
                </a:lnTo>
                <a:lnTo>
                  <a:pt x="118340" y="78743"/>
                </a:lnTo>
                <a:lnTo>
                  <a:pt x="157306" y="78743"/>
                </a:lnTo>
                <a:lnTo>
                  <a:pt x="157306" y="2525"/>
                </a:lnTo>
                <a:close/>
              </a:path>
              <a:path w="2088514" h="189865">
                <a:moveTo>
                  <a:pt x="291811" y="0"/>
                </a:moveTo>
                <a:lnTo>
                  <a:pt x="247613" y="11184"/>
                </a:lnTo>
                <a:lnTo>
                  <a:pt x="216675" y="43475"/>
                </a:lnTo>
                <a:lnTo>
                  <a:pt x="206020" y="80344"/>
                </a:lnTo>
                <a:lnTo>
                  <a:pt x="205310" y="94889"/>
                </a:lnTo>
                <a:lnTo>
                  <a:pt x="206027" y="109433"/>
                </a:lnTo>
                <a:lnTo>
                  <a:pt x="216731" y="146302"/>
                </a:lnTo>
                <a:lnTo>
                  <a:pt x="247800" y="178683"/>
                </a:lnTo>
                <a:lnTo>
                  <a:pt x="291811" y="189778"/>
                </a:lnTo>
                <a:lnTo>
                  <a:pt x="303728" y="189085"/>
                </a:lnTo>
                <a:lnTo>
                  <a:pt x="345141" y="172465"/>
                </a:lnTo>
                <a:lnTo>
                  <a:pt x="361304" y="155232"/>
                </a:lnTo>
                <a:lnTo>
                  <a:pt x="291811" y="155232"/>
                </a:lnTo>
                <a:lnTo>
                  <a:pt x="284956" y="154798"/>
                </a:lnTo>
                <a:lnTo>
                  <a:pt x="250680" y="127901"/>
                </a:lnTo>
                <a:lnTo>
                  <a:pt x="244907" y="94889"/>
                </a:lnTo>
                <a:lnTo>
                  <a:pt x="245268" y="85485"/>
                </a:lnTo>
                <a:lnTo>
                  <a:pt x="262113" y="45370"/>
                </a:lnTo>
                <a:lnTo>
                  <a:pt x="291811" y="34546"/>
                </a:lnTo>
                <a:lnTo>
                  <a:pt x="361301" y="34546"/>
                </a:lnTo>
                <a:lnTo>
                  <a:pt x="360655" y="33508"/>
                </a:lnTo>
                <a:lnTo>
                  <a:pt x="325737" y="6291"/>
                </a:lnTo>
                <a:lnTo>
                  <a:pt x="303728" y="699"/>
                </a:lnTo>
                <a:lnTo>
                  <a:pt x="291811" y="0"/>
                </a:lnTo>
                <a:close/>
              </a:path>
              <a:path w="2088514" h="189865">
                <a:moveTo>
                  <a:pt x="361301" y="34546"/>
                </a:moveTo>
                <a:lnTo>
                  <a:pt x="291811" y="34546"/>
                </a:lnTo>
                <a:lnTo>
                  <a:pt x="298666" y="34980"/>
                </a:lnTo>
                <a:lnTo>
                  <a:pt x="305070" y="36282"/>
                </a:lnTo>
                <a:lnTo>
                  <a:pt x="335416" y="68979"/>
                </a:lnTo>
                <a:lnTo>
                  <a:pt x="338714" y="94889"/>
                </a:lnTo>
                <a:lnTo>
                  <a:pt x="338348" y="104292"/>
                </a:lnTo>
                <a:lnTo>
                  <a:pt x="321503" y="144408"/>
                </a:lnTo>
                <a:lnTo>
                  <a:pt x="291811" y="155232"/>
                </a:lnTo>
                <a:lnTo>
                  <a:pt x="361304" y="155232"/>
                </a:lnTo>
                <a:lnTo>
                  <a:pt x="377596" y="109433"/>
                </a:lnTo>
                <a:lnTo>
                  <a:pt x="378312" y="94889"/>
                </a:lnTo>
                <a:lnTo>
                  <a:pt x="377596" y="80344"/>
                </a:lnTo>
                <a:lnTo>
                  <a:pt x="375448" y="66927"/>
                </a:lnTo>
                <a:lnTo>
                  <a:pt x="371868" y="54637"/>
                </a:lnTo>
                <a:lnTo>
                  <a:pt x="366856" y="43475"/>
                </a:lnTo>
                <a:lnTo>
                  <a:pt x="361301" y="34546"/>
                </a:lnTo>
                <a:close/>
              </a:path>
              <a:path w="2088514" h="189865">
                <a:moveTo>
                  <a:pt x="500256" y="2525"/>
                </a:moveTo>
                <a:lnTo>
                  <a:pt x="426293" y="2525"/>
                </a:lnTo>
                <a:lnTo>
                  <a:pt x="426293" y="187252"/>
                </a:lnTo>
                <a:lnTo>
                  <a:pt x="505217" y="187252"/>
                </a:lnTo>
                <a:lnTo>
                  <a:pt x="515178" y="186835"/>
                </a:lnTo>
                <a:lnTo>
                  <a:pt x="552549" y="172708"/>
                </a:lnTo>
                <a:lnTo>
                  <a:pt x="565112" y="155322"/>
                </a:lnTo>
                <a:lnTo>
                  <a:pt x="465349" y="155322"/>
                </a:lnTo>
                <a:lnTo>
                  <a:pt x="465349" y="106254"/>
                </a:lnTo>
                <a:lnTo>
                  <a:pt x="559303" y="106254"/>
                </a:lnTo>
                <a:lnTo>
                  <a:pt x="554165" y="100992"/>
                </a:lnTo>
                <a:lnTo>
                  <a:pt x="541838" y="93656"/>
                </a:lnTo>
                <a:lnTo>
                  <a:pt x="535253" y="91672"/>
                </a:lnTo>
                <a:lnTo>
                  <a:pt x="528218" y="91371"/>
                </a:lnTo>
                <a:lnTo>
                  <a:pt x="528218" y="89567"/>
                </a:lnTo>
                <a:lnTo>
                  <a:pt x="534652" y="88124"/>
                </a:lnTo>
                <a:lnTo>
                  <a:pt x="540364" y="85688"/>
                </a:lnTo>
                <a:lnTo>
                  <a:pt x="548878" y="79826"/>
                </a:lnTo>
                <a:lnTo>
                  <a:pt x="465349" y="79826"/>
                </a:lnTo>
                <a:lnTo>
                  <a:pt x="465349" y="34095"/>
                </a:lnTo>
                <a:lnTo>
                  <a:pt x="558900" y="34095"/>
                </a:lnTo>
                <a:lnTo>
                  <a:pt x="557735" y="30870"/>
                </a:lnTo>
                <a:lnTo>
                  <a:pt x="527028" y="5924"/>
                </a:lnTo>
                <a:lnTo>
                  <a:pt x="510026" y="2903"/>
                </a:lnTo>
                <a:lnTo>
                  <a:pt x="500256" y="2525"/>
                </a:lnTo>
                <a:close/>
              </a:path>
              <a:path w="2088514" h="189865">
                <a:moveTo>
                  <a:pt x="559256" y="106254"/>
                </a:moveTo>
                <a:lnTo>
                  <a:pt x="504345" y="106254"/>
                </a:lnTo>
                <a:lnTo>
                  <a:pt x="509727" y="107366"/>
                </a:lnTo>
                <a:lnTo>
                  <a:pt x="518807" y="111816"/>
                </a:lnTo>
                <a:lnTo>
                  <a:pt x="522325" y="114883"/>
                </a:lnTo>
                <a:lnTo>
                  <a:pt x="527255" y="122700"/>
                </a:lnTo>
                <a:lnTo>
                  <a:pt x="528488" y="127210"/>
                </a:lnTo>
                <a:lnTo>
                  <a:pt x="528488" y="139297"/>
                </a:lnTo>
                <a:lnTo>
                  <a:pt x="525993" y="144889"/>
                </a:lnTo>
                <a:lnTo>
                  <a:pt x="521002" y="149098"/>
                </a:lnTo>
                <a:lnTo>
                  <a:pt x="516011" y="153247"/>
                </a:lnTo>
                <a:lnTo>
                  <a:pt x="508073" y="155322"/>
                </a:lnTo>
                <a:lnTo>
                  <a:pt x="565112" y="155322"/>
                </a:lnTo>
                <a:lnTo>
                  <a:pt x="566981" y="150113"/>
                </a:lnTo>
                <a:lnTo>
                  <a:pt x="568350" y="143354"/>
                </a:lnTo>
                <a:lnTo>
                  <a:pt x="568807" y="136200"/>
                </a:lnTo>
                <a:lnTo>
                  <a:pt x="568807" y="127210"/>
                </a:lnTo>
                <a:lnTo>
                  <a:pt x="566883" y="119303"/>
                </a:lnTo>
                <a:lnTo>
                  <a:pt x="563034" y="112748"/>
                </a:lnTo>
                <a:lnTo>
                  <a:pt x="559256" y="106254"/>
                </a:lnTo>
                <a:close/>
              </a:path>
              <a:path w="2088514" h="189865">
                <a:moveTo>
                  <a:pt x="558900" y="34095"/>
                </a:moveTo>
                <a:lnTo>
                  <a:pt x="503683" y="34095"/>
                </a:lnTo>
                <a:lnTo>
                  <a:pt x="510358" y="36139"/>
                </a:lnTo>
                <a:lnTo>
                  <a:pt x="515049" y="40228"/>
                </a:lnTo>
                <a:lnTo>
                  <a:pt x="519799" y="44317"/>
                </a:lnTo>
                <a:lnTo>
                  <a:pt x="522174" y="49699"/>
                </a:lnTo>
                <a:lnTo>
                  <a:pt x="522174" y="61245"/>
                </a:lnTo>
                <a:lnTo>
                  <a:pt x="520941" y="65424"/>
                </a:lnTo>
                <a:lnTo>
                  <a:pt x="518476" y="68911"/>
                </a:lnTo>
                <a:lnTo>
                  <a:pt x="516071" y="72399"/>
                </a:lnTo>
                <a:lnTo>
                  <a:pt x="512764" y="75105"/>
                </a:lnTo>
                <a:lnTo>
                  <a:pt x="504405" y="78893"/>
                </a:lnTo>
                <a:lnTo>
                  <a:pt x="499655" y="79826"/>
                </a:lnTo>
                <a:lnTo>
                  <a:pt x="548878" y="79826"/>
                </a:lnTo>
                <a:lnTo>
                  <a:pt x="561591" y="57095"/>
                </a:lnTo>
                <a:lnTo>
                  <a:pt x="561580" y="49699"/>
                </a:lnTo>
                <a:lnTo>
                  <a:pt x="561238" y="44317"/>
                </a:lnTo>
                <a:lnTo>
                  <a:pt x="561163" y="43137"/>
                </a:lnTo>
                <a:lnTo>
                  <a:pt x="559877" y="36801"/>
                </a:lnTo>
                <a:lnTo>
                  <a:pt x="558900" y="34095"/>
                </a:lnTo>
                <a:close/>
              </a:path>
              <a:path w="2088514" h="189865">
                <a:moveTo>
                  <a:pt x="652958" y="2525"/>
                </a:moveTo>
                <a:lnTo>
                  <a:pt x="613992" y="2525"/>
                </a:lnTo>
                <a:lnTo>
                  <a:pt x="613992" y="187252"/>
                </a:lnTo>
                <a:lnTo>
                  <a:pt x="682994" y="187252"/>
                </a:lnTo>
                <a:lnTo>
                  <a:pt x="693615" y="186784"/>
                </a:lnTo>
                <a:lnTo>
                  <a:pt x="735017" y="170836"/>
                </a:lnTo>
                <a:lnTo>
                  <a:pt x="747226" y="155863"/>
                </a:lnTo>
                <a:lnTo>
                  <a:pt x="652958" y="155863"/>
                </a:lnTo>
                <a:lnTo>
                  <a:pt x="652958" y="101654"/>
                </a:lnTo>
                <a:lnTo>
                  <a:pt x="638977" y="101654"/>
                </a:lnTo>
                <a:lnTo>
                  <a:pt x="638977" y="70806"/>
                </a:lnTo>
                <a:lnTo>
                  <a:pt x="652958" y="70806"/>
                </a:lnTo>
                <a:lnTo>
                  <a:pt x="652958" y="2525"/>
                </a:lnTo>
                <a:close/>
              </a:path>
              <a:path w="2088514" h="189865">
                <a:moveTo>
                  <a:pt x="682994" y="70806"/>
                </a:moveTo>
                <a:lnTo>
                  <a:pt x="652958" y="70806"/>
                </a:lnTo>
                <a:lnTo>
                  <a:pt x="652958" y="101654"/>
                </a:lnTo>
                <a:lnTo>
                  <a:pt x="693518" y="101654"/>
                </a:lnTo>
                <a:lnTo>
                  <a:pt x="701545" y="104209"/>
                </a:lnTo>
                <a:lnTo>
                  <a:pt x="707077" y="109321"/>
                </a:lnTo>
                <a:lnTo>
                  <a:pt x="712670" y="114372"/>
                </a:lnTo>
                <a:lnTo>
                  <a:pt x="715436" y="120565"/>
                </a:lnTo>
                <a:lnTo>
                  <a:pt x="715436" y="132953"/>
                </a:lnTo>
                <a:lnTo>
                  <a:pt x="714203" y="137613"/>
                </a:lnTo>
                <a:lnTo>
                  <a:pt x="690030" y="155863"/>
                </a:lnTo>
                <a:lnTo>
                  <a:pt x="747226" y="155863"/>
                </a:lnTo>
                <a:lnTo>
                  <a:pt x="749285" y="152092"/>
                </a:lnTo>
                <a:lnTo>
                  <a:pt x="751974" y="144656"/>
                </a:lnTo>
                <a:lnTo>
                  <a:pt x="753569" y="136713"/>
                </a:lnTo>
                <a:lnTo>
                  <a:pt x="754071" y="128262"/>
                </a:lnTo>
                <a:lnTo>
                  <a:pt x="753615" y="120565"/>
                </a:lnTo>
                <a:lnTo>
                  <a:pt x="735017" y="86433"/>
                </a:lnTo>
                <a:lnTo>
                  <a:pt x="693615" y="71251"/>
                </a:lnTo>
                <a:lnTo>
                  <a:pt x="682994" y="70806"/>
                </a:lnTo>
                <a:close/>
              </a:path>
              <a:path w="2088514" h="189865">
                <a:moveTo>
                  <a:pt x="652958" y="70806"/>
                </a:moveTo>
                <a:lnTo>
                  <a:pt x="638977" y="70806"/>
                </a:lnTo>
                <a:lnTo>
                  <a:pt x="638977" y="101654"/>
                </a:lnTo>
                <a:lnTo>
                  <a:pt x="652958" y="101654"/>
                </a:lnTo>
                <a:lnTo>
                  <a:pt x="652958" y="70806"/>
                </a:lnTo>
                <a:close/>
              </a:path>
              <a:path w="2088514" h="189865">
                <a:moveTo>
                  <a:pt x="808100" y="2525"/>
                </a:moveTo>
                <a:lnTo>
                  <a:pt x="769134" y="2525"/>
                </a:lnTo>
                <a:lnTo>
                  <a:pt x="769134" y="187252"/>
                </a:lnTo>
                <a:lnTo>
                  <a:pt x="808100" y="187252"/>
                </a:lnTo>
                <a:lnTo>
                  <a:pt x="808100" y="2525"/>
                </a:lnTo>
                <a:close/>
              </a:path>
              <a:path w="2088514" h="189865">
                <a:moveTo>
                  <a:pt x="983758" y="2525"/>
                </a:moveTo>
                <a:lnTo>
                  <a:pt x="859283" y="2525"/>
                </a:lnTo>
                <a:lnTo>
                  <a:pt x="859283" y="187252"/>
                </a:lnTo>
                <a:lnTo>
                  <a:pt x="984119" y="187252"/>
                </a:lnTo>
                <a:lnTo>
                  <a:pt x="984119" y="155051"/>
                </a:lnTo>
                <a:lnTo>
                  <a:pt x="898340" y="155051"/>
                </a:lnTo>
                <a:lnTo>
                  <a:pt x="898340" y="110944"/>
                </a:lnTo>
                <a:lnTo>
                  <a:pt x="977354" y="110944"/>
                </a:lnTo>
                <a:lnTo>
                  <a:pt x="977354" y="78743"/>
                </a:lnTo>
                <a:lnTo>
                  <a:pt x="898340" y="78743"/>
                </a:lnTo>
                <a:lnTo>
                  <a:pt x="898340" y="34726"/>
                </a:lnTo>
                <a:lnTo>
                  <a:pt x="983758" y="34726"/>
                </a:lnTo>
                <a:lnTo>
                  <a:pt x="983758" y="2525"/>
                </a:lnTo>
                <a:close/>
              </a:path>
              <a:path w="2088514" h="189865">
                <a:moveTo>
                  <a:pt x="1150752" y="2525"/>
                </a:moveTo>
                <a:lnTo>
                  <a:pt x="1111696" y="2525"/>
                </a:lnTo>
                <a:lnTo>
                  <a:pt x="1111696" y="187252"/>
                </a:lnTo>
                <a:lnTo>
                  <a:pt x="1150752" y="187252"/>
                </a:lnTo>
                <a:lnTo>
                  <a:pt x="1150752" y="108509"/>
                </a:lnTo>
                <a:lnTo>
                  <a:pt x="1211935" y="108509"/>
                </a:lnTo>
                <a:lnTo>
                  <a:pt x="1196483" y="88214"/>
                </a:lnTo>
                <a:lnTo>
                  <a:pt x="1206497" y="76308"/>
                </a:lnTo>
                <a:lnTo>
                  <a:pt x="1150752" y="76308"/>
                </a:lnTo>
                <a:lnTo>
                  <a:pt x="1150752" y="2525"/>
                </a:lnTo>
                <a:close/>
              </a:path>
              <a:path w="2088514" h="189865">
                <a:moveTo>
                  <a:pt x="1211935" y="108509"/>
                </a:moveTo>
                <a:lnTo>
                  <a:pt x="1164102" y="108509"/>
                </a:lnTo>
                <a:lnTo>
                  <a:pt x="1223452" y="187252"/>
                </a:lnTo>
                <a:lnTo>
                  <a:pt x="1271889" y="187252"/>
                </a:lnTo>
                <a:lnTo>
                  <a:pt x="1211935" y="108509"/>
                </a:lnTo>
                <a:close/>
              </a:path>
              <a:path w="2088514" h="189865">
                <a:moveTo>
                  <a:pt x="1268552" y="2525"/>
                </a:moveTo>
                <a:lnTo>
                  <a:pt x="1219935" y="2525"/>
                </a:lnTo>
                <a:lnTo>
                  <a:pt x="1158599" y="76308"/>
                </a:lnTo>
                <a:lnTo>
                  <a:pt x="1206497" y="76308"/>
                </a:lnTo>
                <a:lnTo>
                  <a:pt x="1268552" y="2525"/>
                </a:lnTo>
                <a:close/>
              </a:path>
              <a:path w="2088514" h="189865">
                <a:moveTo>
                  <a:pt x="1340165" y="2525"/>
                </a:moveTo>
                <a:lnTo>
                  <a:pt x="1299756" y="2525"/>
                </a:lnTo>
                <a:lnTo>
                  <a:pt x="1366864" y="135478"/>
                </a:lnTo>
                <a:lnTo>
                  <a:pt x="1364609" y="141522"/>
                </a:lnTo>
                <a:lnTo>
                  <a:pt x="1345517" y="158028"/>
                </a:lnTo>
                <a:lnTo>
                  <a:pt x="1330514" y="158028"/>
                </a:lnTo>
                <a:lnTo>
                  <a:pt x="1330514" y="189778"/>
                </a:lnTo>
                <a:lnTo>
                  <a:pt x="1344405" y="189778"/>
                </a:lnTo>
                <a:lnTo>
                  <a:pt x="1351643" y="189440"/>
                </a:lnTo>
                <a:lnTo>
                  <a:pt x="1385265" y="170115"/>
                </a:lnTo>
                <a:lnTo>
                  <a:pt x="1389474" y="164222"/>
                </a:lnTo>
                <a:lnTo>
                  <a:pt x="1393009" y="158028"/>
                </a:lnTo>
                <a:lnTo>
                  <a:pt x="1393112" y="157848"/>
                </a:lnTo>
                <a:lnTo>
                  <a:pt x="1396179" y="150992"/>
                </a:lnTo>
                <a:lnTo>
                  <a:pt x="1420862" y="93446"/>
                </a:lnTo>
                <a:lnTo>
                  <a:pt x="1383641" y="93446"/>
                </a:lnTo>
                <a:lnTo>
                  <a:pt x="1340165" y="2525"/>
                </a:lnTo>
                <a:close/>
              </a:path>
              <a:path w="2088514" h="189865">
                <a:moveTo>
                  <a:pt x="1459859" y="2525"/>
                </a:moveTo>
                <a:lnTo>
                  <a:pt x="1419991" y="2525"/>
                </a:lnTo>
                <a:lnTo>
                  <a:pt x="1383641" y="93446"/>
                </a:lnTo>
                <a:lnTo>
                  <a:pt x="1420862" y="93446"/>
                </a:lnTo>
                <a:lnTo>
                  <a:pt x="1459859" y="2525"/>
                </a:lnTo>
                <a:close/>
              </a:path>
              <a:path w="2088514" h="189865">
                <a:moveTo>
                  <a:pt x="1572919" y="2525"/>
                </a:moveTo>
                <a:lnTo>
                  <a:pt x="1500038" y="2525"/>
                </a:lnTo>
                <a:lnTo>
                  <a:pt x="1500038" y="187252"/>
                </a:lnTo>
                <a:lnTo>
                  <a:pt x="1539094" y="187252"/>
                </a:lnTo>
                <a:lnTo>
                  <a:pt x="1539094" y="127360"/>
                </a:lnTo>
                <a:lnTo>
                  <a:pt x="1525474" y="127360"/>
                </a:lnTo>
                <a:lnTo>
                  <a:pt x="1525474" y="96061"/>
                </a:lnTo>
                <a:lnTo>
                  <a:pt x="1539094" y="96061"/>
                </a:lnTo>
                <a:lnTo>
                  <a:pt x="1539094" y="34455"/>
                </a:lnTo>
                <a:lnTo>
                  <a:pt x="1632125" y="34455"/>
                </a:lnTo>
                <a:lnTo>
                  <a:pt x="1600942" y="7041"/>
                </a:lnTo>
                <a:lnTo>
                  <a:pt x="1583038" y="3027"/>
                </a:lnTo>
                <a:lnTo>
                  <a:pt x="1572919" y="2525"/>
                </a:lnTo>
                <a:close/>
              </a:path>
              <a:path w="2088514" h="189865">
                <a:moveTo>
                  <a:pt x="1539094" y="96061"/>
                </a:moveTo>
                <a:lnTo>
                  <a:pt x="1525474" y="96061"/>
                </a:lnTo>
                <a:lnTo>
                  <a:pt x="1525474" y="127360"/>
                </a:lnTo>
                <a:lnTo>
                  <a:pt x="1539094" y="127360"/>
                </a:lnTo>
                <a:lnTo>
                  <a:pt x="1539094" y="96061"/>
                </a:lnTo>
                <a:close/>
              </a:path>
              <a:path w="2088514" h="189865">
                <a:moveTo>
                  <a:pt x="1632125" y="34455"/>
                </a:moveTo>
                <a:lnTo>
                  <a:pt x="1573009" y="34455"/>
                </a:lnTo>
                <a:lnTo>
                  <a:pt x="1579263" y="35748"/>
                </a:lnTo>
                <a:lnTo>
                  <a:pt x="1584194" y="38334"/>
                </a:lnTo>
                <a:lnTo>
                  <a:pt x="1589125" y="40860"/>
                </a:lnTo>
                <a:lnTo>
                  <a:pt x="1592793" y="44437"/>
                </a:lnTo>
                <a:lnTo>
                  <a:pt x="1595198" y="49068"/>
                </a:lnTo>
                <a:lnTo>
                  <a:pt x="1597663" y="53638"/>
                </a:lnTo>
                <a:lnTo>
                  <a:pt x="1598896" y="58990"/>
                </a:lnTo>
                <a:lnTo>
                  <a:pt x="1598896" y="71196"/>
                </a:lnTo>
                <a:lnTo>
                  <a:pt x="1597663" y="76578"/>
                </a:lnTo>
                <a:lnTo>
                  <a:pt x="1595198" y="81269"/>
                </a:lnTo>
                <a:lnTo>
                  <a:pt x="1592793" y="85899"/>
                </a:lnTo>
                <a:lnTo>
                  <a:pt x="1589125" y="89537"/>
                </a:lnTo>
                <a:lnTo>
                  <a:pt x="1579323" y="94768"/>
                </a:lnTo>
                <a:lnTo>
                  <a:pt x="1573129" y="96061"/>
                </a:lnTo>
                <a:lnTo>
                  <a:pt x="1539094" y="96061"/>
                </a:lnTo>
                <a:lnTo>
                  <a:pt x="1539094" y="127360"/>
                </a:lnTo>
                <a:lnTo>
                  <a:pt x="1571927" y="127360"/>
                </a:lnTo>
                <a:lnTo>
                  <a:pt x="1582175" y="126870"/>
                </a:lnTo>
                <a:lnTo>
                  <a:pt x="1621468" y="110110"/>
                </a:lnTo>
                <a:lnTo>
                  <a:pt x="1638629" y="74053"/>
                </a:lnTo>
                <a:lnTo>
                  <a:pt x="1639125" y="65123"/>
                </a:lnTo>
                <a:lnTo>
                  <a:pt x="1638634" y="56193"/>
                </a:lnTo>
                <a:lnTo>
                  <a:pt x="1637163" y="47805"/>
                </a:lnTo>
                <a:lnTo>
                  <a:pt x="1634711" y="39958"/>
                </a:lnTo>
                <a:lnTo>
                  <a:pt x="1632125" y="34455"/>
                </a:lnTo>
                <a:close/>
              </a:path>
              <a:path w="2088514" h="189865">
                <a:moveTo>
                  <a:pt x="1766346" y="0"/>
                </a:moveTo>
                <a:lnTo>
                  <a:pt x="1722509" y="11184"/>
                </a:lnTo>
                <a:lnTo>
                  <a:pt x="1691661" y="43475"/>
                </a:lnTo>
                <a:lnTo>
                  <a:pt x="1681006" y="80344"/>
                </a:lnTo>
                <a:lnTo>
                  <a:pt x="1680296" y="94889"/>
                </a:lnTo>
                <a:lnTo>
                  <a:pt x="1680995" y="109394"/>
                </a:lnTo>
                <a:lnTo>
                  <a:pt x="1691481" y="146212"/>
                </a:lnTo>
                <a:lnTo>
                  <a:pt x="1722148" y="178593"/>
                </a:lnTo>
                <a:lnTo>
                  <a:pt x="1766346" y="189778"/>
                </a:lnTo>
                <a:lnTo>
                  <a:pt x="1774999" y="189445"/>
                </a:lnTo>
                <a:lnTo>
                  <a:pt x="1817195" y="174207"/>
                </a:lnTo>
                <a:lnTo>
                  <a:pt x="1835090" y="155232"/>
                </a:lnTo>
                <a:lnTo>
                  <a:pt x="1766977" y="155232"/>
                </a:lnTo>
                <a:lnTo>
                  <a:pt x="1760195" y="154803"/>
                </a:lnTo>
                <a:lnTo>
                  <a:pt x="1725756" y="128082"/>
                </a:lnTo>
                <a:lnTo>
                  <a:pt x="1719893" y="94889"/>
                </a:lnTo>
                <a:lnTo>
                  <a:pt x="1720260" y="85643"/>
                </a:lnTo>
                <a:lnTo>
                  <a:pt x="1737240" y="45595"/>
                </a:lnTo>
                <a:lnTo>
                  <a:pt x="1767248" y="34546"/>
                </a:lnTo>
                <a:lnTo>
                  <a:pt x="1835386" y="34546"/>
                </a:lnTo>
                <a:lnTo>
                  <a:pt x="1834288" y="32714"/>
                </a:lnTo>
                <a:lnTo>
                  <a:pt x="1802814" y="7024"/>
                </a:lnTo>
                <a:lnTo>
                  <a:pt x="1774227" y="281"/>
                </a:lnTo>
                <a:lnTo>
                  <a:pt x="1766346" y="0"/>
                </a:lnTo>
                <a:close/>
              </a:path>
              <a:path w="2088514" h="189865">
                <a:moveTo>
                  <a:pt x="1807025" y="124113"/>
                </a:moveTo>
                <a:lnTo>
                  <a:pt x="1806123" y="129044"/>
                </a:lnTo>
                <a:lnTo>
                  <a:pt x="1804500" y="133434"/>
                </a:lnTo>
                <a:lnTo>
                  <a:pt x="1802155" y="137282"/>
                </a:lnTo>
                <a:lnTo>
                  <a:pt x="1799870" y="141131"/>
                </a:lnTo>
                <a:lnTo>
                  <a:pt x="1772209" y="155232"/>
                </a:lnTo>
                <a:lnTo>
                  <a:pt x="1835090" y="155232"/>
                </a:lnTo>
                <a:lnTo>
                  <a:pt x="1846533" y="124294"/>
                </a:lnTo>
                <a:lnTo>
                  <a:pt x="1807025" y="124113"/>
                </a:lnTo>
                <a:close/>
              </a:path>
              <a:path w="2088514" h="189865">
                <a:moveTo>
                  <a:pt x="1835386" y="34546"/>
                </a:moveTo>
                <a:lnTo>
                  <a:pt x="1772540" y="34546"/>
                </a:lnTo>
                <a:lnTo>
                  <a:pt x="1777440" y="35297"/>
                </a:lnTo>
                <a:lnTo>
                  <a:pt x="1786520" y="38304"/>
                </a:lnTo>
                <a:lnTo>
                  <a:pt x="1790549" y="40469"/>
                </a:lnTo>
                <a:lnTo>
                  <a:pt x="1797524" y="46121"/>
                </a:lnTo>
                <a:lnTo>
                  <a:pt x="1800381" y="49549"/>
                </a:lnTo>
                <a:lnTo>
                  <a:pt x="1802606" y="53578"/>
                </a:lnTo>
                <a:lnTo>
                  <a:pt x="1804831" y="57546"/>
                </a:lnTo>
                <a:lnTo>
                  <a:pt x="1806304" y="62086"/>
                </a:lnTo>
                <a:lnTo>
                  <a:pt x="1806987" y="66927"/>
                </a:lnTo>
                <a:lnTo>
                  <a:pt x="1807025" y="67198"/>
                </a:lnTo>
                <a:lnTo>
                  <a:pt x="1846533" y="67198"/>
                </a:lnTo>
                <a:lnTo>
                  <a:pt x="1845281" y="59395"/>
                </a:lnTo>
                <a:lnTo>
                  <a:pt x="1843421" y="52044"/>
                </a:lnTo>
                <a:lnTo>
                  <a:pt x="1840952" y="45144"/>
                </a:lnTo>
                <a:lnTo>
                  <a:pt x="1837874" y="38695"/>
                </a:lnTo>
                <a:lnTo>
                  <a:pt x="1835386" y="34546"/>
                </a:lnTo>
                <a:close/>
              </a:path>
              <a:path w="2088514" h="189865">
                <a:moveTo>
                  <a:pt x="1933277" y="2525"/>
                </a:moveTo>
                <a:lnTo>
                  <a:pt x="1894311" y="2525"/>
                </a:lnTo>
                <a:lnTo>
                  <a:pt x="1894311" y="187252"/>
                </a:lnTo>
                <a:lnTo>
                  <a:pt x="1963313" y="187252"/>
                </a:lnTo>
                <a:lnTo>
                  <a:pt x="1973934" y="186784"/>
                </a:lnTo>
                <a:lnTo>
                  <a:pt x="2015335" y="170836"/>
                </a:lnTo>
                <a:lnTo>
                  <a:pt x="2027544" y="155863"/>
                </a:lnTo>
                <a:lnTo>
                  <a:pt x="1933277" y="155863"/>
                </a:lnTo>
                <a:lnTo>
                  <a:pt x="1933277" y="101654"/>
                </a:lnTo>
                <a:lnTo>
                  <a:pt x="1919296" y="101654"/>
                </a:lnTo>
                <a:lnTo>
                  <a:pt x="1919296" y="70806"/>
                </a:lnTo>
                <a:lnTo>
                  <a:pt x="1933277" y="70806"/>
                </a:lnTo>
                <a:lnTo>
                  <a:pt x="1933277" y="2525"/>
                </a:lnTo>
                <a:close/>
              </a:path>
              <a:path w="2088514" h="189865">
                <a:moveTo>
                  <a:pt x="1963313" y="70806"/>
                </a:moveTo>
                <a:lnTo>
                  <a:pt x="1933277" y="70806"/>
                </a:lnTo>
                <a:lnTo>
                  <a:pt x="1933277" y="101654"/>
                </a:lnTo>
                <a:lnTo>
                  <a:pt x="1973836" y="101654"/>
                </a:lnTo>
                <a:lnTo>
                  <a:pt x="1981864" y="104209"/>
                </a:lnTo>
                <a:lnTo>
                  <a:pt x="1987396" y="109321"/>
                </a:lnTo>
                <a:lnTo>
                  <a:pt x="1992989" y="114372"/>
                </a:lnTo>
                <a:lnTo>
                  <a:pt x="1995755" y="120565"/>
                </a:lnTo>
                <a:lnTo>
                  <a:pt x="1995755" y="132953"/>
                </a:lnTo>
                <a:lnTo>
                  <a:pt x="1994522" y="137613"/>
                </a:lnTo>
                <a:lnTo>
                  <a:pt x="1970348" y="155863"/>
                </a:lnTo>
                <a:lnTo>
                  <a:pt x="2027544" y="155863"/>
                </a:lnTo>
                <a:lnTo>
                  <a:pt x="2029604" y="152092"/>
                </a:lnTo>
                <a:lnTo>
                  <a:pt x="2032293" y="144656"/>
                </a:lnTo>
                <a:lnTo>
                  <a:pt x="2033888" y="136713"/>
                </a:lnTo>
                <a:lnTo>
                  <a:pt x="2034390" y="128262"/>
                </a:lnTo>
                <a:lnTo>
                  <a:pt x="2033933" y="120565"/>
                </a:lnTo>
                <a:lnTo>
                  <a:pt x="2015335" y="86433"/>
                </a:lnTo>
                <a:lnTo>
                  <a:pt x="1973934" y="71251"/>
                </a:lnTo>
                <a:lnTo>
                  <a:pt x="1963313" y="70806"/>
                </a:lnTo>
                <a:close/>
              </a:path>
              <a:path w="2088514" h="189865">
                <a:moveTo>
                  <a:pt x="1933277" y="70806"/>
                </a:moveTo>
                <a:lnTo>
                  <a:pt x="1919296" y="70806"/>
                </a:lnTo>
                <a:lnTo>
                  <a:pt x="1919296" y="101654"/>
                </a:lnTo>
                <a:lnTo>
                  <a:pt x="1933277" y="101654"/>
                </a:lnTo>
                <a:lnTo>
                  <a:pt x="1933277" y="70806"/>
                </a:lnTo>
                <a:close/>
              </a:path>
              <a:path w="2088514" h="189865">
                <a:moveTo>
                  <a:pt x="2088419" y="2525"/>
                </a:moveTo>
                <a:lnTo>
                  <a:pt x="2049453" y="2525"/>
                </a:lnTo>
                <a:lnTo>
                  <a:pt x="2049453" y="187252"/>
                </a:lnTo>
                <a:lnTo>
                  <a:pt x="2088419" y="187252"/>
                </a:lnTo>
                <a:lnTo>
                  <a:pt x="2088419" y="2525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4235450"/>
            <a:ext cx="1485899" cy="14858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940550" y="5962650"/>
            <a:ext cx="3911600" cy="406400"/>
          </a:xfrm>
          <a:custGeom>
            <a:avLst/>
            <a:gdLst/>
            <a:ahLst/>
            <a:cxnLst/>
            <a:rect l="l" t="t" r="r" b="b"/>
            <a:pathLst>
              <a:path w="3911600" h="406400">
                <a:moveTo>
                  <a:pt x="38100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304800"/>
                </a:lnTo>
                <a:lnTo>
                  <a:pt x="7984" y="344347"/>
                </a:lnTo>
                <a:lnTo>
                  <a:pt x="29757" y="376642"/>
                </a:lnTo>
                <a:lnTo>
                  <a:pt x="62052" y="398415"/>
                </a:lnTo>
                <a:lnTo>
                  <a:pt x="101600" y="406400"/>
                </a:lnTo>
                <a:lnTo>
                  <a:pt x="3810000" y="406400"/>
                </a:lnTo>
                <a:lnTo>
                  <a:pt x="3849547" y="398415"/>
                </a:lnTo>
                <a:lnTo>
                  <a:pt x="3881842" y="376642"/>
                </a:lnTo>
                <a:lnTo>
                  <a:pt x="3903615" y="344347"/>
                </a:lnTo>
                <a:lnTo>
                  <a:pt x="3911600" y="304800"/>
                </a:lnTo>
                <a:lnTo>
                  <a:pt x="3911600" y="101600"/>
                </a:lnTo>
                <a:lnTo>
                  <a:pt x="3903615" y="62052"/>
                </a:lnTo>
                <a:lnTo>
                  <a:pt x="3881842" y="29757"/>
                </a:lnTo>
                <a:lnTo>
                  <a:pt x="3849547" y="7984"/>
                </a:lnTo>
                <a:lnTo>
                  <a:pt x="3810000" y="0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07505" y="6705022"/>
            <a:ext cx="2174875" cy="229870"/>
          </a:xfrm>
          <a:custGeom>
            <a:avLst/>
            <a:gdLst/>
            <a:ahLst/>
            <a:cxnLst/>
            <a:rect l="l" t="t" r="r" b="b"/>
            <a:pathLst>
              <a:path w="2174875" h="229870">
                <a:moveTo>
                  <a:pt x="73963" y="0"/>
                </a:moveTo>
                <a:lnTo>
                  <a:pt x="0" y="0"/>
                </a:lnTo>
                <a:lnTo>
                  <a:pt x="0" y="184727"/>
                </a:lnTo>
                <a:lnTo>
                  <a:pt x="78923" y="184727"/>
                </a:lnTo>
                <a:lnTo>
                  <a:pt x="88885" y="184310"/>
                </a:lnTo>
                <a:lnTo>
                  <a:pt x="126255" y="170182"/>
                </a:lnTo>
                <a:lnTo>
                  <a:pt x="138819" y="152796"/>
                </a:lnTo>
                <a:lnTo>
                  <a:pt x="39056" y="152796"/>
                </a:lnTo>
                <a:lnTo>
                  <a:pt x="39056" y="103728"/>
                </a:lnTo>
                <a:lnTo>
                  <a:pt x="133010" y="103728"/>
                </a:lnTo>
                <a:lnTo>
                  <a:pt x="127871" y="98467"/>
                </a:lnTo>
                <a:lnTo>
                  <a:pt x="115544" y="91130"/>
                </a:lnTo>
                <a:lnTo>
                  <a:pt x="108960" y="89146"/>
                </a:lnTo>
                <a:lnTo>
                  <a:pt x="101924" y="88845"/>
                </a:lnTo>
                <a:lnTo>
                  <a:pt x="101924" y="87041"/>
                </a:lnTo>
                <a:lnTo>
                  <a:pt x="108358" y="85598"/>
                </a:lnTo>
                <a:lnTo>
                  <a:pt x="114071" y="83163"/>
                </a:lnTo>
                <a:lnTo>
                  <a:pt x="122585" y="77300"/>
                </a:lnTo>
                <a:lnTo>
                  <a:pt x="39056" y="77300"/>
                </a:lnTo>
                <a:lnTo>
                  <a:pt x="39056" y="31569"/>
                </a:lnTo>
                <a:lnTo>
                  <a:pt x="132607" y="31569"/>
                </a:lnTo>
                <a:lnTo>
                  <a:pt x="131442" y="28344"/>
                </a:lnTo>
                <a:lnTo>
                  <a:pt x="100735" y="3399"/>
                </a:lnTo>
                <a:lnTo>
                  <a:pt x="83732" y="377"/>
                </a:lnTo>
                <a:lnTo>
                  <a:pt x="73963" y="0"/>
                </a:lnTo>
                <a:close/>
              </a:path>
              <a:path w="2174875" h="229870">
                <a:moveTo>
                  <a:pt x="132962" y="103728"/>
                </a:moveTo>
                <a:lnTo>
                  <a:pt x="78052" y="103728"/>
                </a:lnTo>
                <a:lnTo>
                  <a:pt x="83433" y="104841"/>
                </a:lnTo>
                <a:lnTo>
                  <a:pt x="92513" y="109290"/>
                </a:lnTo>
                <a:lnTo>
                  <a:pt x="96031" y="112357"/>
                </a:lnTo>
                <a:lnTo>
                  <a:pt x="100962" y="120174"/>
                </a:lnTo>
                <a:lnTo>
                  <a:pt x="102195" y="124684"/>
                </a:lnTo>
                <a:lnTo>
                  <a:pt x="102195" y="136771"/>
                </a:lnTo>
                <a:lnTo>
                  <a:pt x="99699" y="142363"/>
                </a:lnTo>
                <a:lnTo>
                  <a:pt x="94708" y="146573"/>
                </a:lnTo>
                <a:lnTo>
                  <a:pt x="89717" y="150722"/>
                </a:lnTo>
                <a:lnTo>
                  <a:pt x="81780" y="152796"/>
                </a:lnTo>
                <a:lnTo>
                  <a:pt x="138819" y="152796"/>
                </a:lnTo>
                <a:lnTo>
                  <a:pt x="140687" y="147587"/>
                </a:lnTo>
                <a:lnTo>
                  <a:pt x="142057" y="140828"/>
                </a:lnTo>
                <a:lnTo>
                  <a:pt x="142514" y="133674"/>
                </a:lnTo>
                <a:lnTo>
                  <a:pt x="142514" y="124684"/>
                </a:lnTo>
                <a:lnTo>
                  <a:pt x="140589" y="116777"/>
                </a:lnTo>
                <a:lnTo>
                  <a:pt x="136741" y="110223"/>
                </a:lnTo>
                <a:lnTo>
                  <a:pt x="132962" y="103728"/>
                </a:lnTo>
                <a:close/>
              </a:path>
              <a:path w="2174875" h="229870">
                <a:moveTo>
                  <a:pt x="132607" y="31569"/>
                </a:moveTo>
                <a:lnTo>
                  <a:pt x="77390" y="31569"/>
                </a:lnTo>
                <a:lnTo>
                  <a:pt x="84065" y="33614"/>
                </a:lnTo>
                <a:lnTo>
                  <a:pt x="88755" y="37703"/>
                </a:lnTo>
                <a:lnTo>
                  <a:pt x="93506" y="41792"/>
                </a:lnTo>
                <a:lnTo>
                  <a:pt x="95881" y="47174"/>
                </a:lnTo>
                <a:lnTo>
                  <a:pt x="95881" y="58719"/>
                </a:lnTo>
                <a:lnTo>
                  <a:pt x="94648" y="62898"/>
                </a:lnTo>
                <a:lnTo>
                  <a:pt x="92183" y="66386"/>
                </a:lnTo>
                <a:lnTo>
                  <a:pt x="89777" y="69874"/>
                </a:lnTo>
                <a:lnTo>
                  <a:pt x="86470" y="72580"/>
                </a:lnTo>
                <a:lnTo>
                  <a:pt x="78112" y="76368"/>
                </a:lnTo>
                <a:lnTo>
                  <a:pt x="73361" y="77300"/>
                </a:lnTo>
                <a:lnTo>
                  <a:pt x="122585" y="77300"/>
                </a:lnTo>
                <a:lnTo>
                  <a:pt x="135298" y="54570"/>
                </a:lnTo>
                <a:lnTo>
                  <a:pt x="135286" y="47174"/>
                </a:lnTo>
                <a:lnTo>
                  <a:pt x="134944" y="41792"/>
                </a:lnTo>
                <a:lnTo>
                  <a:pt x="134869" y="40612"/>
                </a:lnTo>
                <a:lnTo>
                  <a:pt x="133584" y="34275"/>
                </a:lnTo>
                <a:lnTo>
                  <a:pt x="132607" y="31569"/>
                </a:lnTo>
                <a:close/>
              </a:path>
              <a:path w="2174875" h="229870">
                <a:moveTo>
                  <a:pt x="226033" y="0"/>
                </a:moveTo>
                <a:lnTo>
                  <a:pt x="186977" y="0"/>
                </a:lnTo>
                <a:lnTo>
                  <a:pt x="186977" y="184727"/>
                </a:lnTo>
                <a:lnTo>
                  <a:pt x="226033" y="184727"/>
                </a:lnTo>
                <a:lnTo>
                  <a:pt x="226033" y="108419"/>
                </a:lnTo>
                <a:lnTo>
                  <a:pt x="344284" y="108419"/>
                </a:lnTo>
                <a:lnTo>
                  <a:pt x="344284" y="76218"/>
                </a:lnTo>
                <a:lnTo>
                  <a:pt x="226033" y="76218"/>
                </a:lnTo>
                <a:lnTo>
                  <a:pt x="226033" y="0"/>
                </a:lnTo>
                <a:close/>
              </a:path>
              <a:path w="2174875" h="229870">
                <a:moveTo>
                  <a:pt x="344284" y="108419"/>
                </a:moveTo>
                <a:lnTo>
                  <a:pt x="305318" y="108419"/>
                </a:lnTo>
                <a:lnTo>
                  <a:pt x="305318" y="184727"/>
                </a:lnTo>
                <a:lnTo>
                  <a:pt x="344284" y="184727"/>
                </a:lnTo>
                <a:lnTo>
                  <a:pt x="344284" y="108419"/>
                </a:lnTo>
                <a:close/>
              </a:path>
              <a:path w="2174875" h="229870">
                <a:moveTo>
                  <a:pt x="344284" y="0"/>
                </a:moveTo>
                <a:lnTo>
                  <a:pt x="305318" y="0"/>
                </a:lnTo>
                <a:lnTo>
                  <a:pt x="305318" y="76218"/>
                </a:lnTo>
                <a:lnTo>
                  <a:pt x="344284" y="76218"/>
                </a:lnTo>
                <a:lnTo>
                  <a:pt x="344284" y="0"/>
                </a:lnTo>
                <a:close/>
              </a:path>
              <a:path w="2174875" h="229870">
                <a:moveTo>
                  <a:pt x="520009" y="0"/>
                </a:moveTo>
                <a:lnTo>
                  <a:pt x="395535" y="0"/>
                </a:lnTo>
                <a:lnTo>
                  <a:pt x="395535" y="184727"/>
                </a:lnTo>
                <a:lnTo>
                  <a:pt x="520370" y="184727"/>
                </a:lnTo>
                <a:lnTo>
                  <a:pt x="520370" y="152526"/>
                </a:lnTo>
                <a:lnTo>
                  <a:pt x="434591" y="152526"/>
                </a:lnTo>
                <a:lnTo>
                  <a:pt x="434591" y="108419"/>
                </a:lnTo>
                <a:lnTo>
                  <a:pt x="513605" y="108419"/>
                </a:lnTo>
                <a:lnTo>
                  <a:pt x="513605" y="76218"/>
                </a:lnTo>
                <a:lnTo>
                  <a:pt x="434591" y="76218"/>
                </a:lnTo>
                <a:lnTo>
                  <a:pt x="434591" y="32200"/>
                </a:lnTo>
                <a:lnTo>
                  <a:pt x="520009" y="32200"/>
                </a:lnTo>
                <a:lnTo>
                  <a:pt x="520009" y="0"/>
                </a:lnTo>
                <a:close/>
              </a:path>
              <a:path w="2174875" h="229870">
                <a:moveTo>
                  <a:pt x="746539" y="153608"/>
                </a:moveTo>
                <a:lnTo>
                  <a:pt x="560098" y="153608"/>
                </a:lnTo>
                <a:lnTo>
                  <a:pt x="560098" y="229285"/>
                </a:lnTo>
                <a:lnTo>
                  <a:pt x="597621" y="229285"/>
                </a:lnTo>
                <a:lnTo>
                  <a:pt x="597621" y="184727"/>
                </a:lnTo>
                <a:lnTo>
                  <a:pt x="746539" y="184727"/>
                </a:lnTo>
                <a:lnTo>
                  <a:pt x="746539" y="153608"/>
                </a:lnTo>
                <a:close/>
              </a:path>
              <a:path w="2174875" h="229870">
                <a:moveTo>
                  <a:pt x="746539" y="184727"/>
                </a:moveTo>
                <a:lnTo>
                  <a:pt x="709017" y="184727"/>
                </a:lnTo>
                <a:lnTo>
                  <a:pt x="709017" y="229105"/>
                </a:lnTo>
                <a:lnTo>
                  <a:pt x="746539" y="229105"/>
                </a:lnTo>
                <a:lnTo>
                  <a:pt x="746539" y="184727"/>
                </a:lnTo>
                <a:close/>
              </a:path>
              <a:path w="2174875" h="229870">
                <a:moveTo>
                  <a:pt x="726335" y="0"/>
                </a:moveTo>
                <a:lnTo>
                  <a:pt x="604115" y="0"/>
                </a:lnTo>
                <a:lnTo>
                  <a:pt x="598884" y="78112"/>
                </a:lnTo>
                <a:lnTo>
                  <a:pt x="597937" y="89623"/>
                </a:lnTo>
                <a:lnTo>
                  <a:pt x="590946" y="127180"/>
                </a:lnTo>
                <a:lnTo>
                  <a:pt x="572636" y="153608"/>
                </a:lnTo>
                <a:lnTo>
                  <a:pt x="617735" y="153608"/>
                </a:lnTo>
                <a:lnTo>
                  <a:pt x="631147" y="117444"/>
                </a:lnTo>
                <a:lnTo>
                  <a:pt x="636407" y="78112"/>
                </a:lnTo>
                <a:lnTo>
                  <a:pt x="639293" y="32200"/>
                </a:lnTo>
                <a:lnTo>
                  <a:pt x="726335" y="32200"/>
                </a:lnTo>
                <a:lnTo>
                  <a:pt x="726335" y="0"/>
                </a:lnTo>
                <a:close/>
              </a:path>
              <a:path w="2174875" h="229870">
                <a:moveTo>
                  <a:pt x="726335" y="32200"/>
                </a:moveTo>
                <a:lnTo>
                  <a:pt x="688812" y="32200"/>
                </a:lnTo>
                <a:lnTo>
                  <a:pt x="688812" y="153608"/>
                </a:lnTo>
                <a:lnTo>
                  <a:pt x="726335" y="153608"/>
                </a:lnTo>
                <a:lnTo>
                  <a:pt x="726335" y="32200"/>
                </a:lnTo>
                <a:close/>
              </a:path>
              <a:path w="2174875" h="229870">
                <a:moveTo>
                  <a:pt x="862215" y="0"/>
                </a:moveTo>
                <a:lnTo>
                  <a:pt x="789334" y="0"/>
                </a:lnTo>
                <a:lnTo>
                  <a:pt x="789334" y="184727"/>
                </a:lnTo>
                <a:lnTo>
                  <a:pt x="828390" y="184727"/>
                </a:lnTo>
                <a:lnTo>
                  <a:pt x="828390" y="124835"/>
                </a:lnTo>
                <a:lnTo>
                  <a:pt x="814770" y="124835"/>
                </a:lnTo>
                <a:lnTo>
                  <a:pt x="814770" y="93536"/>
                </a:lnTo>
                <a:lnTo>
                  <a:pt x="828390" y="93536"/>
                </a:lnTo>
                <a:lnTo>
                  <a:pt x="828390" y="31930"/>
                </a:lnTo>
                <a:lnTo>
                  <a:pt x="921421" y="31930"/>
                </a:lnTo>
                <a:lnTo>
                  <a:pt x="890239" y="4515"/>
                </a:lnTo>
                <a:lnTo>
                  <a:pt x="872334" y="501"/>
                </a:lnTo>
                <a:lnTo>
                  <a:pt x="862215" y="0"/>
                </a:lnTo>
                <a:close/>
              </a:path>
              <a:path w="2174875" h="229870">
                <a:moveTo>
                  <a:pt x="828390" y="93536"/>
                </a:moveTo>
                <a:lnTo>
                  <a:pt x="814770" y="93536"/>
                </a:lnTo>
                <a:lnTo>
                  <a:pt x="814770" y="124835"/>
                </a:lnTo>
                <a:lnTo>
                  <a:pt x="828390" y="124835"/>
                </a:lnTo>
                <a:lnTo>
                  <a:pt x="828390" y="93536"/>
                </a:lnTo>
                <a:close/>
              </a:path>
              <a:path w="2174875" h="229870">
                <a:moveTo>
                  <a:pt x="921421" y="31930"/>
                </a:moveTo>
                <a:lnTo>
                  <a:pt x="862305" y="31930"/>
                </a:lnTo>
                <a:lnTo>
                  <a:pt x="868559" y="33223"/>
                </a:lnTo>
                <a:lnTo>
                  <a:pt x="873490" y="35808"/>
                </a:lnTo>
                <a:lnTo>
                  <a:pt x="878421" y="38334"/>
                </a:lnTo>
                <a:lnTo>
                  <a:pt x="882089" y="41912"/>
                </a:lnTo>
                <a:lnTo>
                  <a:pt x="884494" y="46542"/>
                </a:lnTo>
                <a:lnTo>
                  <a:pt x="886960" y="51112"/>
                </a:lnTo>
                <a:lnTo>
                  <a:pt x="888192" y="56464"/>
                </a:lnTo>
                <a:lnTo>
                  <a:pt x="888192" y="68671"/>
                </a:lnTo>
                <a:lnTo>
                  <a:pt x="886960" y="74053"/>
                </a:lnTo>
                <a:lnTo>
                  <a:pt x="884494" y="78743"/>
                </a:lnTo>
                <a:lnTo>
                  <a:pt x="882089" y="83373"/>
                </a:lnTo>
                <a:lnTo>
                  <a:pt x="878421" y="87011"/>
                </a:lnTo>
                <a:lnTo>
                  <a:pt x="868619" y="92243"/>
                </a:lnTo>
                <a:lnTo>
                  <a:pt x="862425" y="93536"/>
                </a:lnTo>
                <a:lnTo>
                  <a:pt x="828390" y="93536"/>
                </a:lnTo>
                <a:lnTo>
                  <a:pt x="828390" y="124835"/>
                </a:lnTo>
                <a:lnTo>
                  <a:pt x="861223" y="124835"/>
                </a:lnTo>
                <a:lnTo>
                  <a:pt x="871472" y="124344"/>
                </a:lnTo>
                <a:lnTo>
                  <a:pt x="910765" y="107584"/>
                </a:lnTo>
                <a:lnTo>
                  <a:pt x="927925" y="71527"/>
                </a:lnTo>
                <a:lnTo>
                  <a:pt x="928421" y="62598"/>
                </a:lnTo>
                <a:lnTo>
                  <a:pt x="927930" y="53668"/>
                </a:lnTo>
                <a:lnTo>
                  <a:pt x="926459" y="45279"/>
                </a:lnTo>
                <a:lnTo>
                  <a:pt x="924007" y="37432"/>
                </a:lnTo>
                <a:lnTo>
                  <a:pt x="921421" y="31930"/>
                </a:lnTo>
                <a:close/>
              </a:path>
              <a:path w="2174875" h="229870">
                <a:moveTo>
                  <a:pt x="1097314" y="0"/>
                </a:moveTo>
                <a:lnTo>
                  <a:pt x="972839" y="0"/>
                </a:lnTo>
                <a:lnTo>
                  <a:pt x="972839" y="184727"/>
                </a:lnTo>
                <a:lnTo>
                  <a:pt x="1097675" y="184727"/>
                </a:lnTo>
                <a:lnTo>
                  <a:pt x="1097675" y="152526"/>
                </a:lnTo>
                <a:lnTo>
                  <a:pt x="1011895" y="152526"/>
                </a:lnTo>
                <a:lnTo>
                  <a:pt x="1011895" y="108419"/>
                </a:lnTo>
                <a:lnTo>
                  <a:pt x="1090910" y="108419"/>
                </a:lnTo>
                <a:lnTo>
                  <a:pt x="1090910" y="76218"/>
                </a:lnTo>
                <a:lnTo>
                  <a:pt x="1011895" y="76218"/>
                </a:lnTo>
                <a:lnTo>
                  <a:pt x="1011895" y="32200"/>
                </a:lnTo>
                <a:lnTo>
                  <a:pt x="1097314" y="32200"/>
                </a:lnTo>
                <a:lnTo>
                  <a:pt x="1097314" y="0"/>
                </a:lnTo>
                <a:close/>
              </a:path>
              <a:path w="2174875" h="229870">
                <a:moveTo>
                  <a:pt x="1186471" y="0"/>
                </a:moveTo>
                <a:lnTo>
                  <a:pt x="1147415" y="0"/>
                </a:lnTo>
                <a:lnTo>
                  <a:pt x="1147415" y="184727"/>
                </a:lnTo>
                <a:lnTo>
                  <a:pt x="1186471" y="184727"/>
                </a:lnTo>
                <a:lnTo>
                  <a:pt x="1186471" y="108419"/>
                </a:lnTo>
                <a:lnTo>
                  <a:pt x="1304722" y="108419"/>
                </a:lnTo>
                <a:lnTo>
                  <a:pt x="1304722" y="76218"/>
                </a:lnTo>
                <a:lnTo>
                  <a:pt x="1186471" y="76218"/>
                </a:lnTo>
                <a:lnTo>
                  <a:pt x="1186471" y="0"/>
                </a:lnTo>
                <a:close/>
              </a:path>
              <a:path w="2174875" h="229870">
                <a:moveTo>
                  <a:pt x="1304722" y="108419"/>
                </a:moveTo>
                <a:lnTo>
                  <a:pt x="1265756" y="108419"/>
                </a:lnTo>
                <a:lnTo>
                  <a:pt x="1265756" y="184727"/>
                </a:lnTo>
                <a:lnTo>
                  <a:pt x="1304722" y="184727"/>
                </a:lnTo>
                <a:lnTo>
                  <a:pt x="1304722" y="108419"/>
                </a:lnTo>
                <a:close/>
              </a:path>
              <a:path w="2174875" h="229870">
                <a:moveTo>
                  <a:pt x="1304722" y="0"/>
                </a:moveTo>
                <a:lnTo>
                  <a:pt x="1265756" y="0"/>
                </a:lnTo>
                <a:lnTo>
                  <a:pt x="1265756" y="76218"/>
                </a:lnTo>
                <a:lnTo>
                  <a:pt x="1304722" y="76218"/>
                </a:lnTo>
                <a:lnTo>
                  <a:pt x="1304722" y="0"/>
                </a:lnTo>
                <a:close/>
              </a:path>
              <a:path w="2174875" h="229870">
                <a:moveTo>
                  <a:pt x="1394938" y="0"/>
                </a:moveTo>
                <a:lnTo>
                  <a:pt x="1355973" y="0"/>
                </a:lnTo>
                <a:lnTo>
                  <a:pt x="1355973" y="184727"/>
                </a:lnTo>
                <a:lnTo>
                  <a:pt x="1389797" y="184727"/>
                </a:lnTo>
                <a:lnTo>
                  <a:pt x="1437129" y="116176"/>
                </a:lnTo>
                <a:lnTo>
                  <a:pt x="1394938" y="116176"/>
                </a:lnTo>
                <a:lnTo>
                  <a:pt x="1394938" y="0"/>
                </a:lnTo>
                <a:close/>
              </a:path>
              <a:path w="2174875" h="229870">
                <a:moveTo>
                  <a:pt x="1510483" y="68460"/>
                </a:moveTo>
                <a:lnTo>
                  <a:pt x="1471427" y="68460"/>
                </a:lnTo>
                <a:lnTo>
                  <a:pt x="1471427" y="184727"/>
                </a:lnTo>
                <a:lnTo>
                  <a:pt x="1510483" y="184727"/>
                </a:lnTo>
                <a:lnTo>
                  <a:pt x="1510483" y="68460"/>
                </a:lnTo>
                <a:close/>
              </a:path>
              <a:path w="2174875" h="229870">
                <a:moveTo>
                  <a:pt x="1510483" y="0"/>
                </a:moveTo>
                <a:lnTo>
                  <a:pt x="1476298" y="0"/>
                </a:lnTo>
                <a:lnTo>
                  <a:pt x="1396472" y="116176"/>
                </a:lnTo>
                <a:lnTo>
                  <a:pt x="1437129" y="116176"/>
                </a:lnTo>
                <a:lnTo>
                  <a:pt x="1470074" y="68460"/>
                </a:lnTo>
                <a:lnTo>
                  <a:pt x="1510483" y="68460"/>
                </a:lnTo>
                <a:lnTo>
                  <a:pt x="1510483" y="0"/>
                </a:lnTo>
                <a:close/>
              </a:path>
              <a:path w="2174875" h="229870">
                <a:moveTo>
                  <a:pt x="1686276" y="0"/>
                </a:moveTo>
                <a:lnTo>
                  <a:pt x="1561802" y="0"/>
                </a:lnTo>
                <a:lnTo>
                  <a:pt x="1561802" y="184727"/>
                </a:lnTo>
                <a:lnTo>
                  <a:pt x="1686637" y="184727"/>
                </a:lnTo>
                <a:lnTo>
                  <a:pt x="1686637" y="152526"/>
                </a:lnTo>
                <a:lnTo>
                  <a:pt x="1600858" y="152526"/>
                </a:lnTo>
                <a:lnTo>
                  <a:pt x="1600858" y="108419"/>
                </a:lnTo>
                <a:lnTo>
                  <a:pt x="1679872" y="108419"/>
                </a:lnTo>
                <a:lnTo>
                  <a:pt x="1679872" y="76218"/>
                </a:lnTo>
                <a:lnTo>
                  <a:pt x="1600858" y="76218"/>
                </a:lnTo>
                <a:lnTo>
                  <a:pt x="1600858" y="32200"/>
                </a:lnTo>
                <a:lnTo>
                  <a:pt x="1686276" y="32200"/>
                </a:lnTo>
                <a:lnTo>
                  <a:pt x="1686276" y="0"/>
                </a:lnTo>
                <a:close/>
              </a:path>
              <a:path w="2174875" h="229870">
                <a:moveTo>
                  <a:pt x="1853180" y="0"/>
                </a:moveTo>
                <a:lnTo>
                  <a:pt x="1814214" y="0"/>
                </a:lnTo>
                <a:lnTo>
                  <a:pt x="1814214" y="184727"/>
                </a:lnTo>
                <a:lnTo>
                  <a:pt x="1848039" y="184727"/>
                </a:lnTo>
                <a:lnTo>
                  <a:pt x="1895371" y="116176"/>
                </a:lnTo>
                <a:lnTo>
                  <a:pt x="1853180" y="116176"/>
                </a:lnTo>
                <a:lnTo>
                  <a:pt x="1853180" y="0"/>
                </a:lnTo>
                <a:close/>
              </a:path>
              <a:path w="2174875" h="229870">
                <a:moveTo>
                  <a:pt x="1968725" y="68460"/>
                </a:moveTo>
                <a:lnTo>
                  <a:pt x="1929669" y="68460"/>
                </a:lnTo>
                <a:lnTo>
                  <a:pt x="1929669" y="184727"/>
                </a:lnTo>
                <a:lnTo>
                  <a:pt x="1968725" y="184727"/>
                </a:lnTo>
                <a:lnTo>
                  <a:pt x="1968725" y="68460"/>
                </a:lnTo>
                <a:close/>
              </a:path>
              <a:path w="2174875" h="229870">
                <a:moveTo>
                  <a:pt x="1968725" y="0"/>
                </a:moveTo>
                <a:lnTo>
                  <a:pt x="1934540" y="0"/>
                </a:lnTo>
                <a:lnTo>
                  <a:pt x="1854714" y="116176"/>
                </a:lnTo>
                <a:lnTo>
                  <a:pt x="1895371" y="116176"/>
                </a:lnTo>
                <a:lnTo>
                  <a:pt x="1928316" y="68460"/>
                </a:lnTo>
                <a:lnTo>
                  <a:pt x="1968725" y="68460"/>
                </a:lnTo>
                <a:lnTo>
                  <a:pt x="1968725" y="0"/>
                </a:lnTo>
                <a:close/>
              </a:path>
              <a:path w="2174875" h="229870">
                <a:moveTo>
                  <a:pt x="2059009" y="0"/>
                </a:moveTo>
                <a:lnTo>
                  <a:pt x="2020044" y="0"/>
                </a:lnTo>
                <a:lnTo>
                  <a:pt x="2020044" y="184727"/>
                </a:lnTo>
                <a:lnTo>
                  <a:pt x="2053868" y="184727"/>
                </a:lnTo>
                <a:lnTo>
                  <a:pt x="2101200" y="116176"/>
                </a:lnTo>
                <a:lnTo>
                  <a:pt x="2059009" y="116176"/>
                </a:lnTo>
                <a:lnTo>
                  <a:pt x="2059009" y="0"/>
                </a:lnTo>
                <a:close/>
              </a:path>
              <a:path w="2174875" h="229870">
                <a:moveTo>
                  <a:pt x="2174554" y="68460"/>
                </a:moveTo>
                <a:lnTo>
                  <a:pt x="2135498" y="68460"/>
                </a:lnTo>
                <a:lnTo>
                  <a:pt x="2135498" y="184727"/>
                </a:lnTo>
                <a:lnTo>
                  <a:pt x="2174554" y="184727"/>
                </a:lnTo>
                <a:lnTo>
                  <a:pt x="2174554" y="68460"/>
                </a:lnTo>
                <a:close/>
              </a:path>
              <a:path w="2174875" h="229870">
                <a:moveTo>
                  <a:pt x="2174554" y="0"/>
                </a:moveTo>
                <a:lnTo>
                  <a:pt x="2140369" y="0"/>
                </a:lnTo>
                <a:lnTo>
                  <a:pt x="2060543" y="116176"/>
                </a:lnTo>
                <a:lnTo>
                  <a:pt x="2101200" y="116176"/>
                </a:lnTo>
                <a:lnTo>
                  <a:pt x="2134145" y="68460"/>
                </a:lnTo>
                <a:lnTo>
                  <a:pt x="2174554" y="68460"/>
                </a:lnTo>
                <a:lnTo>
                  <a:pt x="2174554" y="0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16893" y="4307387"/>
            <a:ext cx="1137107" cy="134206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1430000" y="5975350"/>
            <a:ext cx="3911600" cy="406400"/>
          </a:xfrm>
          <a:custGeom>
            <a:avLst/>
            <a:gdLst/>
            <a:ahLst/>
            <a:cxnLst/>
            <a:rect l="l" t="t" r="r" b="b"/>
            <a:pathLst>
              <a:path w="3911600" h="406400">
                <a:moveTo>
                  <a:pt x="38100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304800"/>
                </a:lnTo>
                <a:lnTo>
                  <a:pt x="7984" y="344347"/>
                </a:lnTo>
                <a:lnTo>
                  <a:pt x="29757" y="376642"/>
                </a:lnTo>
                <a:lnTo>
                  <a:pt x="62052" y="398415"/>
                </a:lnTo>
                <a:lnTo>
                  <a:pt x="101600" y="406400"/>
                </a:lnTo>
                <a:lnTo>
                  <a:pt x="3810000" y="406400"/>
                </a:lnTo>
                <a:lnTo>
                  <a:pt x="3849547" y="398415"/>
                </a:lnTo>
                <a:lnTo>
                  <a:pt x="3881842" y="376642"/>
                </a:lnTo>
                <a:lnTo>
                  <a:pt x="3903615" y="344347"/>
                </a:lnTo>
                <a:lnTo>
                  <a:pt x="3911600" y="304800"/>
                </a:lnTo>
                <a:lnTo>
                  <a:pt x="3911600" y="101600"/>
                </a:lnTo>
                <a:lnTo>
                  <a:pt x="3903615" y="62052"/>
                </a:lnTo>
                <a:lnTo>
                  <a:pt x="3881842" y="29757"/>
                </a:lnTo>
                <a:lnTo>
                  <a:pt x="3849547" y="7984"/>
                </a:lnTo>
                <a:lnTo>
                  <a:pt x="3810000" y="0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696319" y="6717722"/>
            <a:ext cx="1361440" cy="187325"/>
          </a:xfrm>
          <a:custGeom>
            <a:avLst/>
            <a:gdLst/>
            <a:ahLst/>
            <a:cxnLst/>
            <a:rect l="l" t="t" r="r" b="b"/>
            <a:pathLst>
              <a:path w="1361440" h="187325">
                <a:moveTo>
                  <a:pt x="95159" y="32200"/>
                </a:moveTo>
                <a:lnTo>
                  <a:pt x="56554" y="32200"/>
                </a:lnTo>
                <a:lnTo>
                  <a:pt x="56554" y="184727"/>
                </a:lnTo>
                <a:lnTo>
                  <a:pt x="95159" y="184727"/>
                </a:lnTo>
                <a:lnTo>
                  <a:pt x="95159" y="32200"/>
                </a:lnTo>
                <a:close/>
              </a:path>
              <a:path w="1361440" h="187325">
                <a:moveTo>
                  <a:pt x="151714" y="0"/>
                </a:moveTo>
                <a:lnTo>
                  <a:pt x="0" y="0"/>
                </a:lnTo>
                <a:lnTo>
                  <a:pt x="0" y="32200"/>
                </a:lnTo>
                <a:lnTo>
                  <a:pt x="151714" y="32200"/>
                </a:lnTo>
                <a:lnTo>
                  <a:pt x="151714" y="0"/>
                </a:lnTo>
                <a:close/>
              </a:path>
              <a:path w="1361440" h="187325">
                <a:moveTo>
                  <a:pt x="225334" y="0"/>
                </a:moveTo>
                <a:lnTo>
                  <a:pt x="184925" y="0"/>
                </a:lnTo>
                <a:lnTo>
                  <a:pt x="252033" y="132953"/>
                </a:lnTo>
                <a:lnTo>
                  <a:pt x="249778" y="138996"/>
                </a:lnTo>
                <a:lnTo>
                  <a:pt x="230686" y="155502"/>
                </a:lnTo>
                <a:lnTo>
                  <a:pt x="215683" y="155502"/>
                </a:lnTo>
                <a:lnTo>
                  <a:pt x="215683" y="187252"/>
                </a:lnTo>
                <a:lnTo>
                  <a:pt x="229574" y="187252"/>
                </a:lnTo>
                <a:lnTo>
                  <a:pt x="236812" y="186914"/>
                </a:lnTo>
                <a:lnTo>
                  <a:pt x="270434" y="167589"/>
                </a:lnTo>
                <a:lnTo>
                  <a:pt x="274643" y="161696"/>
                </a:lnTo>
                <a:lnTo>
                  <a:pt x="278178" y="155502"/>
                </a:lnTo>
                <a:lnTo>
                  <a:pt x="278281" y="155322"/>
                </a:lnTo>
                <a:lnTo>
                  <a:pt x="281348" y="148467"/>
                </a:lnTo>
                <a:lnTo>
                  <a:pt x="306031" y="90920"/>
                </a:lnTo>
                <a:lnTo>
                  <a:pt x="268810" y="90920"/>
                </a:lnTo>
                <a:lnTo>
                  <a:pt x="225334" y="0"/>
                </a:lnTo>
                <a:close/>
              </a:path>
              <a:path w="1361440" h="187325">
                <a:moveTo>
                  <a:pt x="345028" y="0"/>
                </a:moveTo>
                <a:lnTo>
                  <a:pt x="305160" y="0"/>
                </a:lnTo>
                <a:lnTo>
                  <a:pt x="268810" y="90920"/>
                </a:lnTo>
                <a:lnTo>
                  <a:pt x="306031" y="90920"/>
                </a:lnTo>
                <a:lnTo>
                  <a:pt x="345028" y="0"/>
                </a:lnTo>
                <a:close/>
              </a:path>
              <a:path w="1361440" h="187325">
                <a:moveTo>
                  <a:pt x="458088" y="0"/>
                </a:moveTo>
                <a:lnTo>
                  <a:pt x="385207" y="0"/>
                </a:lnTo>
                <a:lnTo>
                  <a:pt x="385207" y="184727"/>
                </a:lnTo>
                <a:lnTo>
                  <a:pt x="424263" y="184727"/>
                </a:lnTo>
                <a:lnTo>
                  <a:pt x="424263" y="124835"/>
                </a:lnTo>
                <a:lnTo>
                  <a:pt x="410643" y="124835"/>
                </a:lnTo>
                <a:lnTo>
                  <a:pt x="410643" y="93536"/>
                </a:lnTo>
                <a:lnTo>
                  <a:pt x="424263" y="93536"/>
                </a:lnTo>
                <a:lnTo>
                  <a:pt x="424263" y="31930"/>
                </a:lnTo>
                <a:lnTo>
                  <a:pt x="517294" y="31930"/>
                </a:lnTo>
                <a:lnTo>
                  <a:pt x="486112" y="4515"/>
                </a:lnTo>
                <a:lnTo>
                  <a:pt x="468207" y="501"/>
                </a:lnTo>
                <a:lnTo>
                  <a:pt x="458088" y="0"/>
                </a:lnTo>
                <a:close/>
              </a:path>
              <a:path w="1361440" h="187325">
                <a:moveTo>
                  <a:pt x="424263" y="93536"/>
                </a:moveTo>
                <a:lnTo>
                  <a:pt x="410643" y="93536"/>
                </a:lnTo>
                <a:lnTo>
                  <a:pt x="410643" y="124835"/>
                </a:lnTo>
                <a:lnTo>
                  <a:pt x="424263" y="124835"/>
                </a:lnTo>
                <a:lnTo>
                  <a:pt x="424263" y="93536"/>
                </a:lnTo>
                <a:close/>
              </a:path>
              <a:path w="1361440" h="187325">
                <a:moveTo>
                  <a:pt x="517294" y="31930"/>
                </a:moveTo>
                <a:lnTo>
                  <a:pt x="458178" y="31930"/>
                </a:lnTo>
                <a:lnTo>
                  <a:pt x="464432" y="33223"/>
                </a:lnTo>
                <a:lnTo>
                  <a:pt x="469363" y="35808"/>
                </a:lnTo>
                <a:lnTo>
                  <a:pt x="474294" y="38334"/>
                </a:lnTo>
                <a:lnTo>
                  <a:pt x="477962" y="41912"/>
                </a:lnTo>
                <a:lnTo>
                  <a:pt x="480367" y="46542"/>
                </a:lnTo>
                <a:lnTo>
                  <a:pt x="482832" y="51112"/>
                </a:lnTo>
                <a:lnTo>
                  <a:pt x="484065" y="56464"/>
                </a:lnTo>
                <a:lnTo>
                  <a:pt x="484065" y="68671"/>
                </a:lnTo>
                <a:lnTo>
                  <a:pt x="458298" y="93536"/>
                </a:lnTo>
                <a:lnTo>
                  <a:pt x="424263" y="93536"/>
                </a:lnTo>
                <a:lnTo>
                  <a:pt x="424263" y="124835"/>
                </a:lnTo>
                <a:lnTo>
                  <a:pt x="457096" y="124835"/>
                </a:lnTo>
                <a:lnTo>
                  <a:pt x="467345" y="124344"/>
                </a:lnTo>
                <a:lnTo>
                  <a:pt x="506638" y="107584"/>
                </a:lnTo>
                <a:lnTo>
                  <a:pt x="523798" y="71527"/>
                </a:lnTo>
                <a:lnTo>
                  <a:pt x="524294" y="62598"/>
                </a:lnTo>
                <a:lnTo>
                  <a:pt x="523804" y="53668"/>
                </a:lnTo>
                <a:lnTo>
                  <a:pt x="522332" y="45279"/>
                </a:lnTo>
                <a:lnTo>
                  <a:pt x="519880" y="37432"/>
                </a:lnTo>
                <a:lnTo>
                  <a:pt x="517294" y="31930"/>
                </a:lnTo>
                <a:close/>
              </a:path>
              <a:path w="1361440" h="187325">
                <a:moveTo>
                  <a:pt x="607768" y="0"/>
                </a:moveTo>
                <a:lnTo>
                  <a:pt x="568712" y="0"/>
                </a:lnTo>
                <a:lnTo>
                  <a:pt x="568712" y="184727"/>
                </a:lnTo>
                <a:lnTo>
                  <a:pt x="607768" y="184727"/>
                </a:lnTo>
                <a:lnTo>
                  <a:pt x="607768" y="108419"/>
                </a:lnTo>
                <a:lnTo>
                  <a:pt x="726019" y="108419"/>
                </a:lnTo>
                <a:lnTo>
                  <a:pt x="726019" y="76218"/>
                </a:lnTo>
                <a:lnTo>
                  <a:pt x="607768" y="76218"/>
                </a:lnTo>
                <a:lnTo>
                  <a:pt x="607768" y="0"/>
                </a:lnTo>
                <a:close/>
              </a:path>
              <a:path w="1361440" h="187325">
                <a:moveTo>
                  <a:pt x="726019" y="108419"/>
                </a:moveTo>
                <a:lnTo>
                  <a:pt x="687053" y="108419"/>
                </a:lnTo>
                <a:lnTo>
                  <a:pt x="687053" y="184727"/>
                </a:lnTo>
                <a:lnTo>
                  <a:pt x="726019" y="184727"/>
                </a:lnTo>
                <a:lnTo>
                  <a:pt x="726019" y="108419"/>
                </a:lnTo>
                <a:close/>
              </a:path>
              <a:path w="1361440" h="187325">
                <a:moveTo>
                  <a:pt x="726019" y="0"/>
                </a:moveTo>
                <a:lnTo>
                  <a:pt x="687053" y="0"/>
                </a:lnTo>
                <a:lnTo>
                  <a:pt x="687053" y="76218"/>
                </a:lnTo>
                <a:lnTo>
                  <a:pt x="726019" y="76218"/>
                </a:lnTo>
                <a:lnTo>
                  <a:pt x="726019" y="0"/>
                </a:lnTo>
                <a:close/>
              </a:path>
              <a:path w="1361440" h="187325">
                <a:moveTo>
                  <a:pt x="816236" y="0"/>
                </a:moveTo>
                <a:lnTo>
                  <a:pt x="777270" y="0"/>
                </a:lnTo>
                <a:lnTo>
                  <a:pt x="777270" y="184727"/>
                </a:lnTo>
                <a:lnTo>
                  <a:pt x="811095" y="184727"/>
                </a:lnTo>
                <a:lnTo>
                  <a:pt x="858426" y="116176"/>
                </a:lnTo>
                <a:lnTo>
                  <a:pt x="816236" y="116176"/>
                </a:lnTo>
                <a:lnTo>
                  <a:pt x="816236" y="0"/>
                </a:lnTo>
                <a:close/>
              </a:path>
              <a:path w="1361440" h="187325">
                <a:moveTo>
                  <a:pt x="931781" y="68460"/>
                </a:moveTo>
                <a:lnTo>
                  <a:pt x="892725" y="68460"/>
                </a:lnTo>
                <a:lnTo>
                  <a:pt x="892725" y="184727"/>
                </a:lnTo>
                <a:lnTo>
                  <a:pt x="931781" y="184727"/>
                </a:lnTo>
                <a:lnTo>
                  <a:pt x="931781" y="68460"/>
                </a:lnTo>
                <a:close/>
              </a:path>
              <a:path w="1361440" h="187325">
                <a:moveTo>
                  <a:pt x="931781" y="0"/>
                </a:moveTo>
                <a:lnTo>
                  <a:pt x="897595" y="0"/>
                </a:lnTo>
                <a:lnTo>
                  <a:pt x="817769" y="116176"/>
                </a:lnTo>
                <a:lnTo>
                  <a:pt x="858426" y="116176"/>
                </a:lnTo>
                <a:lnTo>
                  <a:pt x="891372" y="68460"/>
                </a:lnTo>
                <a:lnTo>
                  <a:pt x="931781" y="68460"/>
                </a:lnTo>
                <a:lnTo>
                  <a:pt x="931781" y="0"/>
                </a:lnTo>
                <a:close/>
              </a:path>
              <a:path w="1361440" h="187325">
                <a:moveTo>
                  <a:pt x="1055980" y="0"/>
                </a:moveTo>
                <a:lnTo>
                  <a:pt x="983099" y="0"/>
                </a:lnTo>
                <a:lnTo>
                  <a:pt x="983099" y="184727"/>
                </a:lnTo>
                <a:lnTo>
                  <a:pt x="1022156" y="184727"/>
                </a:lnTo>
                <a:lnTo>
                  <a:pt x="1022156" y="124835"/>
                </a:lnTo>
                <a:lnTo>
                  <a:pt x="1008536" y="124835"/>
                </a:lnTo>
                <a:lnTo>
                  <a:pt x="1008536" y="93536"/>
                </a:lnTo>
                <a:lnTo>
                  <a:pt x="1022156" y="93536"/>
                </a:lnTo>
                <a:lnTo>
                  <a:pt x="1022156" y="31930"/>
                </a:lnTo>
                <a:lnTo>
                  <a:pt x="1115187" y="31930"/>
                </a:lnTo>
                <a:lnTo>
                  <a:pt x="1084004" y="4515"/>
                </a:lnTo>
                <a:lnTo>
                  <a:pt x="1066099" y="501"/>
                </a:lnTo>
                <a:lnTo>
                  <a:pt x="1055980" y="0"/>
                </a:lnTo>
                <a:close/>
              </a:path>
              <a:path w="1361440" h="187325">
                <a:moveTo>
                  <a:pt x="1022156" y="93536"/>
                </a:moveTo>
                <a:lnTo>
                  <a:pt x="1008536" y="93536"/>
                </a:lnTo>
                <a:lnTo>
                  <a:pt x="1008536" y="124835"/>
                </a:lnTo>
                <a:lnTo>
                  <a:pt x="1022156" y="124835"/>
                </a:lnTo>
                <a:lnTo>
                  <a:pt x="1022156" y="93536"/>
                </a:lnTo>
                <a:close/>
              </a:path>
              <a:path w="1361440" h="187325">
                <a:moveTo>
                  <a:pt x="1115187" y="31930"/>
                </a:moveTo>
                <a:lnTo>
                  <a:pt x="1056070" y="31930"/>
                </a:lnTo>
                <a:lnTo>
                  <a:pt x="1062324" y="33223"/>
                </a:lnTo>
                <a:lnTo>
                  <a:pt x="1067255" y="35808"/>
                </a:lnTo>
                <a:lnTo>
                  <a:pt x="1072186" y="38334"/>
                </a:lnTo>
                <a:lnTo>
                  <a:pt x="1075854" y="41912"/>
                </a:lnTo>
                <a:lnTo>
                  <a:pt x="1078259" y="46542"/>
                </a:lnTo>
                <a:lnTo>
                  <a:pt x="1080725" y="51112"/>
                </a:lnTo>
                <a:lnTo>
                  <a:pt x="1081957" y="56464"/>
                </a:lnTo>
                <a:lnTo>
                  <a:pt x="1081957" y="68671"/>
                </a:lnTo>
                <a:lnTo>
                  <a:pt x="1080725" y="74053"/>
                </a:lnTo>
                <a:lnTo>
                  <a:pt x="1078259" y="78743"/>
                </a:lnTo>
                <a:lnTo>
                  <a:pt x="1075854" y="83373"/>
                </a:lnTo>
                <a:lnTo>
                  <a:pt x="1072186" y="87011"/>
                </a:lnTo>
                <a:lnTo>
                  <a:pt x="1062384" y="92243"/>
                </a:lnTo>
                <a:lnTo>
                  <a:pt x="1056191" y="93536"/>
                </a:lnTo>
                <a:lnTo>
                  <a:pt x="1022156" y="93536"/>
                </a:lnTo>
                <a:lnTo>
                  <a:pt x="1022156" y="124835"/>
                </a:lnTo>
                <a:lnTo>
                  <a:pt x="1054988" y="124835"/>
                </a:lnTo>
                <a:lnTo>
                  <a:pt x="1065237" y="124344"/>
                </a:lnTo>
                <a:lnTo>
                  <a:pt x="1104530" y="107584"/>
                </a:lnTo>
                <a:lnTo>
                  <a:pt x="1121690" y="71527"/>
                </a:lnTo>
                <a:lnTo>
                  <a:pt x="1122186" y="62598"/>
                </a:lnTo>
                <a:lnTo>
                  <a:pt x="1121696" y="53668"/>
                </a:lnTo>
                <a:lnTo>
                  <a:pt x="1120224" y="45279"/>
                </a:lnTo>
                <a:lnTo>
                  <a:pt x="1117772" y="37432"/>
                </a:lnTo>
                <a:lnTo>
                  <a:pt x="1115187" y="31930"/>
                </a:lnTo>
                <a:close/>
              </a:path>
              <a:path w="1361440" h="187325">
                <a:moveTo>
                  <a:pt x="1206292" y="0"/>
                </a:moveTo>
                <a:lnTo>
                  <a:pt x="1167326" y="0"/>
                </a:lnTo>
                <a:lnTo>
                  <a:pt x="1167326" y="184727"/>
                </a:lnTo>
                <a:lnTo>
                  <a:pt x="1236328" y="184727"/>
                </a:lnTo>
                <a:lnTo>
                  <a:pt x="1246949" y="184259"/>
                </a:lnTo>
                <a:lnTo>
                  <a:pt x="1288350" y="168311"/>
                </a:lnTo>
                <a:lnTo>
                  <a:pt x="1300560" y="153338"/>
                </a:lnTo>
                <a:lnTo>
                  <a:pt x="1206292" y="153338"/>
                </a:lnTo>
                <a:lnTo>
                  <a:pt x="1206292" y="99128"/>
                </a:lnTo>
                <a:lnTo>
                  <a:pt x="1192311" y="99128"/>
                </a:lnTo>
                <a:lnTo>
                  <a:pt x="1192311" y="68280"/>
                </a:lnTo>
                <a:lnTo>
                  <a:pt x="1206292" y="68280"/>
                </a:lnTo>
                <a:lnTo>
                  <a:pt x="1206292" y="0"/>
                </a:lnTo>
                <a:close/>
              </a:path>
              <a:path w="1361440" h="187325">
                <a:moveTo>
                  <a:pt x="1236328" y="68280"/>
                </a:moveTo>
                <a:lnTo>
                  <a:pt x="1206292" y="68280"/>
                </a:lnTo>
                <a:lnTo>
                  <a:pt x="1206292" y="99128"/>
                </a:lnTo>
                <a:lnTo>
                  <a:pt x="1246852" y="99128"/>
                </a:lnTo>
                <a:lnTo>
                  <a:pt x="1254879" y="101684"/>
                </a:lnTo>
                <a:lnTo>
                  <a:pt x="1260411" y="106795"/>
                </a:lnTo>
                <a:lnTo>
                  <a:pt x="1266004" y="111846"/>
                </a:lnTo>
                <a:lnTo>
                  <a:pt x="1268770" y="118040"/>
                </a:lnTo>
                <a:lnTo>
                  <a:pt x="1268770" y="130427"/>
                </a:lnTo>
                <a:lnTo>
                  <a:pt x="1267537" y="135087"/>
                </a:lnTo>
                <a:lnTo>
                  <a:pt x="1243364" y="153338"/>
                </a:lnTo>
                <a:lnTo>
                  <a:pt x="1300560" y="153338"/>
                </a:lnTo>
                <a:lnTo>
                  <a:pt x="1302619" y="149566"/>
                </a:lnTo>
                <a:lnTo>
                  <a:pt x="1305308" y="142130"/>
                </a:lnTo>
                <a:lnTo>
                  <a:pt x="1306903" y="134187"/>
                </a:lnTo>
                <a:lnTo>
                  <a:pt x="1307405" y="125737"/>
                </a:lnTo>
                <a:lnTo>
                  <a:pt x="1306949" y="118040"/>
                </a:lnTo>
                <a:lnTo>
                  <a:pt x="1288350" y="83907"/>
                </a:lnTo>
                <a:lnTo>
                  <a:pt x="1246949" y="68725"/>
                </a:lnTo>
                <a:lnTo>
                  <a:pt x="1236328" y="68280"/>
                </a:lnTo>
                <a:close/>
              </a:path>
              <a:path w="1361440" h="187325">
                <a:moveTo>
                  <a:pt x="1206292" y="68280"/>
                </a:moveTo>
                <a:lnTo>
                  <a:pt x="1192311" y="68280"/>
                </a:lnTo>
                <a:lnTo>
                  <a:pt x="1192311" y="99128"/>
                </a:lnTo>
                <a:lnTo>
                  <a:pt x="1206292" y="99128"/>
                </a:lnTo>
                <a:lnTo>
                  <a:pt x="1206292" y="68280"/>
                </a:lnTo>
                <a:close/>
              </a:path>
              <a:path w="1361440" h="187325">
                <a:moveTo>
                  <a:pt x="1361434" y="0"/>
                </a:moveTo>
                <a:lnTo>
                  <a:pt x="1322468" y="0"/>
                </a:lnTo>
                <a:lnTo>
                  <a:pt x="1322468" y="184727"/>
                </a:lnTo>
                <a:lnTo>
                  <a:pt x="1361434" y="184727"/>
                </a:lnTo>
                <a:lnTo>
                  <a:pt x="1361434" y="0"/>
                </a:lnTo>
                <a:close/>
              </a:path>
            </a:pathLst>
          </a:custGeom>
          <a:solidFill>
            <a:srgbClr val="1D1A1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33900" y="9499600"/>
            <a:ext cx="6858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93145" y="4031432"/>
            <a:ext cx="7666773" cy="22158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608064"/>
            <a:ext cx="7950200" cy="59626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52758" y="6956292"/>
            <a:ext cx="2912745" cy="476250"/>
          </a:xfrm>
          <a:custGeom>
            <a:avLst/>
            <a:gdLst/>
            <a:ahLst/>
            <a:cxnLst/>
            <a:rect l="l" t="t" r="r" b="b"/>
            <a:pathLst>
              <a:path w="2912745" h="476250">
                <a:moveTo>
                  <a:pt x="364129" y="335806"/>
                </a:moveTo>
                <a:lnTo>
                  <a:pt x="0" y="335806"/>
                </a:lnTo>
                <a:lnTo>
                  <a:pt x="0" y="475941"/>
                </a:lnTo>
                <a:lnTo>
                  <a:pt x="54795" y="475941"/>
                </a:lnTo>
                <a:lnTo>
                  <a:pt x="54795" y="384307"/>
                </a:lnTo>
                <a:lnTo>
                  <a:pt x="364129" y="384307"/>
                </a:lnTo>
                <a:lnTo>
                  <a:pt x="364129" y="335806"/>
                </a:lnTo>
                <a:close/>
              </a:path>
              <a:path w="2912745" h="476250">
                <a:moveTo>
                  <a:pt x="364129" y="384307"/>
                </a:moveTo>
                <a:lnTo>
                  <a:pt x="309334" y="384307"/>
                </a:lnTo>
                <a:lnTo>
                  <a:pt x="309334" y="475386"/>
                </a:lnTo>
                <a:lnTo>
                  <a:pt x="364129" y="475386"/>
                </a:lnTo>
                <a:lnTo>
                  <a:pt x="364129" y="384307"/>
                </a:lnTo>
                <a:close/>
              </a:path>
              <a:path w="2912745" h="476250">
                <a:moveTo>
                  <a:pt x="321182" y="5183"/>
                </a:moveTo>
                <a:lnTo>
                  <a:pt x="87376" y="5183"/>
                </a:lnTo>
                <a:lnTo>
                  <a:pt x="78490" y="165311"/>
                </a:lnTo>
                <a:lnTo>
                  <a:pt x="76708" y="190499"/>
                </a:lnTo>
                <a:lnTo>
                  <a:pt x="71340" y="233724"/>
                </a:lnTo>
                <a:lnTo>
                  <a:pt x="59145" y="281983"/>
                </a:lnTo>
                <a:lnTo>
                  <a:pt x="37347" y="322801"/>
                </a:lnTo>
                <a:lnTo>
                  <a:pt x="24991" y="335806"/>
                </a:lnTo>
                <a:lnTo>
                  <a:pt x="92374" y="335806"/>
                </a:lnTo>
                <a:lnTo>
                  <a:pt x="97592" y="326747"/>
                </a:lnTo>
                <a:lnTo>
                  <a:pt x="102509" y="316785"/>
                </a:lnTo>
                <a:lnTo>
                  <a:pt x="107126" y="305921"/>
                </a:lnTo>
                <a:lnTo>
                  <a:pt x="111318" y="294490"/>
                </a:lnTo>
                <a:lnTo>
                  <a:pt x="111441" y="294154"/>
                </a:lnTo>
                <a:lnTo>
                  <a:pt x="122444" y="253058"/>
                </a:lnTo>
                <a:lnTo>
                  <a:pt x="130092" y="203446"/>
                </a:lnTo>
                <a:lnTo>
                  <a:pt x="133285" y="165311"/>
                </a:lnTo>
                <a:lnTo>
                  <a:pt x="139209" y="54425"/>
                </a:lnTo>
                <a:lnTo>
                  <a:pt x="321182" y="54425"/>
                </a:lnTo>
                <a:lnTo>
                  <a:pt x="321182" y="5183"/>
                </a:lnTo>
                <a:close/>
              </a:path>
              <a:path w="2912745" h="476250">
                <a:moveTo>
                  <a:pt x="321182" y="54425"/>
                </a:moveTo>
                <a:lnTo>
                  <a:pt x="266386" y="54425"/>
                </a:lnTo>
                <a:lnTo>
                  <a:pt x="266386" y="335806"/>
                </a:lnTo>
                <a:lnTo>
                  <a:pt x="321182" y="335806"/>
                </a:lnTo>
                <a:lnTo>
                  <a:pt x="321182" y="54425"/>
                </a:lnTo>
                <a:close/>
              </a:path>
              <a:path w="2912745" h="476250">
                <a:moveTo>
                  <a:pt x="483439" y="5183"/>
                </a:moveTo>
                <a:lnTo>
                  <a:pt x="426792" y="5183"/>
                </a:lnTo>
                <a:lnTo>
                  <a:pt x="426792" y="384307"/>
                </a:lnTo>
                <a:lnTo>
                  <a:pt x="479551" y="384307"/>
                </a:lnTo>
                <a:lnTo>
                  <a:pt x="549280" y="283602"/>
                </a:lnTo>
                <a:lnTo>
                  <a:pt x="483439" y="283602"/>
                </a:lnTo>
                <a:lnTo>
                  <a:pt x="483439" y="5183"/>
                </a:lnTo>
                <a:close/>
              </a:path>
              <a:path w="2912745" h="476250">
                <a:moveTo>
                  <a:pt x="732795" y="106258"/>
                </a:moveTo>
                <a:lnTo>
                  <a:pt x="675593" y="106258"/>
                </a:lnTo>
                <a:lnTo>
                  <a:pt x="675593" y="384307"/>
                </a:lnTo>
                <a:lnTo>
                  <a:pt x="732795" y="384307"/>
                </a:lnTo>
                <a:lnTo>
                  <a:pt x="732795" y="106258"/>
                </a:lnTo>
                <a:close/>
              </a:path>
              <a:path w="2912745" h="476250">
                <a:moveTo>
                  <a:pt x="732795" y="5183"/>
                </a:moveTo>
                <a:lnTo>
                  <a:pt x="679850" y="5183"/>
                </a:lnTo>
                <a:lnTo>
                  <a:pt x="486956" y="283602"/>
                </a:lnTo>
                <a:lnTo>
                  <a:pt x="549280" y="283602"/>
                </a:lnTo>
                <a:lnTo>
                  <a:pt x="672075" y="106258"/>
                </a:lnTo>
                <a:lnTo>
                  <a:pt x="732795" y="106258"/>
                </a:lnTo>
                <a:lnTo>
                  <a:pt x="732795" y="5183"/>
                </a:lnTo>
                <a:close/>
              </a:path>
              <a:path w="2912745" h="476250">
                <a:moveTo>
                  <a:pt x="873439" y="5183"/>
                </a:moveTo>
                <a:lnTo>
                  <a:pt x="816237" y="5183"/>
                </a:lnTo>
                <a:lnTo>
                  <a:pt x="816237" y="384307"/>
                </a:lnTo>
                <a:lnTo>
                  <a:pt x="873439" y="384307"/>
                </a:lnTo>
                <a:lnTo>
                  <a:pt x="873439" y="218996"/>
                </a:lnTo>
                <a:lnTo>
                  <a:pt x="1119833" y="218996"/>
                </a:lnTo>
                <a:lnTo>
                  <a:pt x="1119833" y="169939"/>
                </a:lnTo>
                <a:lnTo>
                  <a:pt x="873439" y="169939"/>
                </a:lnTo>
                <a:lnTo>
                  <a:pt x="873439" y="5183"/>
                </a:lnTo>
                <a:close/>
              </a:path>
              <a:path w="2912745" h="476250">
                <a:moveTo>
                  <a:pt x="1119833" y="218996"/>
                </a:moveTo>
                <a:lnTo>
                  <a:pt x="1062446" y="218996"/>
                </a:lnTo>
                <a:lnTo>
                  <a:pt x="1062446" y="384307"/>
                </a:lnTo>
                <a:lnTo>
                  <a:pt x="1119833" y="384307"/>
                </a:lnTo>
                <a:lnTo>
                  <a:pt x="1119833" y="218996"/>
                </a:lnTo>
                <a:close/>
              </a:path>
              <a:path w="2912745" h="476250">
                <a:moveTo>
                  <a:pt x="1119833" y="5183"/>
                </a:moveTo>
                <a:lnTo>
                  <a:pt x="1062446" y="5183"/>
                </a:lnTo>
                <a:lnTo>
                  <a:pt x="1062446" y="169939"/>
                </a:lnTo>
                <a:lnTo>
                  <a:pt x="1119833" y="169939"/>
                </a:lnTo>
                <a:lnTo>
                  <a:pt x="1119833" y="5183"/>
                </a:lnTo>
                <a:close/>
              </a:path>
              <a:path w="2912745" h="476250">
                <a:moveTo>
                  <a:pt x="1361784" y="0"/>
                </a:moveTo>
                <a:lnTo>
                  <a:pt x="1315180" y="5877"/>
                </a:lnTo>
                <a:lnTo>
                  <a:pt x="1273852" y="23510"/>
                </a:lnTo>
                <a:lnTo>
                  <a:pt x="1239420" y="51925"/>
                </a:lnTo>
                <a:lnTo>
                  <a:pt x="1213133" y="90523"/>
                </a:lnTo>
                <a:lnTo>
                  <a:pt x="1196472" y="138330"/>
                </a:lnTo>
                <a:lnTo>
                  <a:pt x="1190919" y="194745"/>
                </a:lnTo>
                <a:lnTo>
                  <a:pt x="1192320" y="224040"/>
                </a:lnTo>
                <a:lnTo>
                  <a:pt x="1203414" y="276070"/>
                </a:lnTo>
                <a:lnTo>
                  <a:pt x="1225340" y="319654"/>
                </a:lnTo>
                <a:lnTo>
                  <a:pt x="1255634" y="353161"/>
                </a:lnTo>
                <a:lnTo>
                  <a:pt x="1293857" y="376370"/>
                </a:lnTo>
                <a:lnTo>
                  <a:pt x="1337823" y="388033"/>
                </a:lnTo>
                <a:lnTo>
                  <a:pt x="1361784" y="389491"/>
                </a:lnTo>
                <a:lnTo>
                  <a:pt x="1385653" y="388033"/>
                </a:lnTo>
                <a:lnTo>
                  <a:pt x="1429434" y="376370"/>
                </a:lnTo>
                <a:lnTo>
                  <a:pt x="1467661" y="353161"/>
                </a:lnTo>
                <a:lnTo>
                  <a:pt x="1484208" y="337287"/>
                </a:lnTo>
                <a:lnTo>
                  <a:pt x="1361784" y="337287"/>
                </a:lnTo>
                <a:lnTo>
                  <a:pt x="1345841" y="336269"/>
                </a:lnTo>
                <a:lnTo>
                  <a:pt x="1303286" y="320997"/>
                </a:lnTo>
                <a:lnTo>
                  <a:pt x="1270728" y="287744"/>
                </a:lnTo>
                <a:lnTo>
                  <a:pt x="1251453" y="237415"/>
                </a:lnTo>
                <a:lnTo>
                  <a:pt x="1247750" y="194745"/>
                </a:lnTo>
                <a:lnTo>
                  <a:pt x="1248676" y="172519"/>
                </a:lnTo>
                <a:lnTo>
                  <a:pt x="1256081" y="133552"/>
                </a:lnTo>
                <a:lnTo>
                  <a:pt x="1280239" y="88857"/>
                </a:lnTo>
                <a:lnTo>
                  <a:pt x="1316592" y="61471"/>
                </a:lnTo>
                <a:lnTo>
                  <a:pt x="1361784" y="52203"/>
                </a:lnTo>
                <a:lnTo>
                  <a:pt x="1484135" y="52203"/>
                </a:lnTo>
                <a:lnTo>
                  <a:pt x="1483916" y="51925"/>
                </a:lnTo>
                <a:lnTo>
                  <a:pt x="1449345" y="23510"/>
                </a:lnTo>
                <a:lnTo>
                  <a:pt x="1408203" y="5877"/>
                </a:lnTo>
                <a:lnTo>
                  <a:pt x="1385653" y="1469"/>
                </a:lnTo>
                <a:lnTo>
                  <a:pt x="1361784" y="0"/>
                </a:lnTo>
                <a:close/>
              </a:path>
              <a:path w="2912745" h="476250">
                <a:moveTo>
                  <a:pt x="1484135" y="52203"/>
                </a:moveTo>
                <a:lnTo>
                  <a:pt x="1361784" y="52203"/>
                </a:lnTo>
                <a:lnTo>
                  <a:pt x="1377646" y="53233"/>
                </a:lnTo>
                <a:lnTo>
                  <a:pt x="1392653" y="56322"/>
                </a:lnTo>
                <a:lnTo>
                  <a:pt x="1432361" y="77796"/>
                </a:lnTo>
                <a:lnTo>
                  <a:pt x="1460823" y="116810"/>
                </a:lnTo>
                <a:lnTo>
                  <a:pt x="1474880" y="172519"/>
                </a:lnTo>
                <a:lnTo>
                  <a:pt x="1475818" y="194745"/>
                </a:lnTo>
                <a:lnTo>
                  <a:pt x="1474880" y="216983"/>
                </a:lnTo>
                <a:lnTo>
                  <a:pt x="1467383" y="256043"/>
                </a:lnTo>
                <a:lnTo>
                  <a:pt x="1443236" y="300726"/>
                </a:lnTo>
                <a:lnTo>
                  <a:pt x="1406803" y="328124"/>
                </a:lnTo>
                <a:lnTo>
                  <a:pt x="1361784" y="337287"/>
                </a:lnTo>
                <a:lnTo>
                  <a:pt x="1484208" y="337287"/>
                </a:lnTo>
                <a:lnTo>
                  <a:pt x="1510250" y="299152"/>
                </a:lnTo>
                <a:lnTo>
                  <a:pt x="1526910" y="251206"/>
                </a:lnTo>
                <a:lnTo>
                  <a:pt x="1532464" y="194745"/>
                </a:lnTo>
                <a:lnTo>
                  <a:pt x="1531076" y="165462"/>
                </a:lnTo>
                <a:lnTo>
                  <a:pt x="1526910" y="138330"/>
                </a:lnTo>
                <a:lnTo>
                  <a:pt x="1519968" y="113350"/>
                </a:lnTo>
                <a:lnTo>
                  <a:pt x="1510250" y="90523"/>
                </a:lnTo>
                <a:lnTo>
                  <a:pt x="1498113" y="69951"/>
                </a:lnTo>
                <a:lnTo>
                  <a:pt x="1484135" y="52203"/>
                </a:lnTo>
                <a:close/>
              </a:path>
              <a:path w="2912745" h="476250">
                <a:moveTo>
                  <a:pt x="1654874" y="285454"/>
                </a:moveTo>
                <a:lnTo>
                  <a:pt x="1596747" y="285454"/>
                </a:lnTo>
                <a:lnTo>
                  <a:pt x="1598390" y="300448"/>
                </a:lnTo>
                <a:lnTo>
                  <a:pt x="1615259" y="339879"/>
                </a:lnTo>
                <a:lnTo>
                  <a:pt x="1648337" y="369139"/>
                </a:lnTo>
                <a:lnTo>
                  <a:pt x="1694490" y="386205"/>
                </a:lnTo>
                <a:lnTo>
                  <a:pt x="1730588" y="389491"/>
                </a:lnTo>
                <a:lnTo>
                  <a:pt x="1748239" y="388669"/>
                </a:lnTo>
                <a:lnTo>
                  <a:pt x="1749091" y="388669"/>
                </a:lnTo>
                <a:lnTo>
                  <a:pt x="1799638" y="375422"/>
                </a:lnTo>
                <a:lnTo>
                  <a:pt x="1837714" y="348105"/>
                </a:lnTo>
                <a:lnTo>
                  <a:pt x="1844069" y="340249"/>
                </a:lnTo>
                <a:lnTo>
                  <a:pt x="1730218" y="340249"/>
                </a:lnTo>
                <a:lnTo>
                  <a:pt x="1721373" y="339879"/>
                </a:lnTo>
                <a:lnTo>
                  <a:pt x="1720619" y="339879"/>
                </a:lnTo>
                <a:lnTo>
                  <a:pt x="1710780" y="338583"/>
                </a:lnTo>
                <a:lnTo>
                  <a:pt x="1671743" y="320464"/>
                </a:lnTo>
                <a:lnTo>
                  <a:pt x="1655996" y="293599"/>
                </a:lnTo>
                <a:lnTo>
                  <a:pt x="1654874" y="285454"/>
                </a:lnTo>
                <a:close/>
              </a:path>
              <a:path w="2912745" h="476250">
                <a:moveTo>
                  <a:pt x="1833194" y="47760"/>
                </a:moveTo>
                <a:lnTo>
                  <a:pt x="1731328" y="47760"/>
                </a:lnTo>
                <a:lnTo>
                  <a:pt x="1740723" y="48223"/>
                </a:lnTo>
                <a:lnTo>
                  <a:pt x="1749470" y="49611"/>
                </a:lnTo>
                <a:lnTo>
                  <a:pt x="1782931" y="69500"/>
                </a:lnTo>
                <a:lnTo>
                  <a:pt x="1793126" y="89597"/>
                </a:lnTo>
                <a:lnTo>
                  <a:pt x="1793205" y="89829"/>
                </a:lnTo>
                <a:lnTo>
                  <a:pt x="1794697" y="97754"/>
                </a:lnTo>
                <a:lnTo>
                  <a:pt x="1795195" y="106258"/>
                </a:lnTo>
                <a:lnTo>
                  <a:pt x="1794628" y="115132"/>
                </a:lnTo>
                <a:lnTo>
                  <a:pt x="1775294" y="150316"/>
                </a:lnTo>
                <a:lnTo>
                  <a:pt x="1734152" y="166503"/>
                </a:lnTo>
                <a:lnTo>
                  <a:pt x="1723924" y="166977"/>
                </a:lnTo>
                <a:lnTo>
                  <a:pt x="1691898" y="166977"/>
                </a:lnTo>
                <a:lnTo>
                  <a:pt x="1691898" y="213627"/>
                </a:lnTo>
                <a:lnTo>
                  <a:pt x="1723924" y="213627"/>
                </a:lnTo>
                <a:lnTo>
                  <a:pt x="1736581" y="214148"/>
                </a:lnTo>
                <a:lnTo>
                  <a:pt x="1777504" y="226516"/>
                </a:lnTo>
                <a:lnTo>
                  <a:pt x="1804404" y="260509"/>
                </a:lnTo>
                <a:lnTo>
                  <a:pt x="1806857" y="278419"/>
                </a:lnTo>
                <a:lnTo>
                  <a:pt x="1806244" y="287316"/>
                </a:lnTo>
                <a:lnTo>
                  <a:pt x="1804443" y="295508"/>
                </a:lnTo>
                <a:lnTo>
                  <a:pt x="1804404" y="295681"/>
                </a:lnTo>
                <a:lnTo>
                  <a:pt x="1778060" y="328205"/>
                </a:lnTo>
                <a:lnTo>
                  <a:pt x="1740282" y="339879"/>
                </a:lnTo>
                <a:lnTo>
                  <a:pt x="1738504" y="339879"/>
                </a:lnTo>
                <a:lnTo>
                  <a:pt x="1730218" y="340249"/>
                </a:lnTo>
                <a:lnTo>
                  <a:pt x="1844069" y="340249"/>
                </a:lnTo>
                <a:lnTo>
                  <a:pt x="1847101" y="336500"/>
                </a:lnTo>
                <a:lnTo>
                  <a:pt x="1863557" y="295681"/>
                </a:lnTo>
                <a:lnTo>
                  <a:pt x="1864615" y="280270"/>
                </a:lnTo>
                <a:lnTo>
                  <a:pt x="1863388" y="263043"/>
                </a:lnTo>
                <a:lnTo>
                  <a:pt x="1843881" y="220106"/>
                </a:lnTo>
                <a:lnTo>
                  <a:pt x="1803201" y="194143"/>
                </a:lnTo>
                <a:lnTo>
                  <a:pt x="1785383" y="190117"/>
                </a:lnTo>
                <a:lnTo>
                  <a:pt x="1785383" y="187155"/>
                </a:lnTo>
                <a:lnTo>
                  <a:pt x="1823148" y="167544"/>
                </a:lnTo>
                <a:lnTo>
                  <a:pt x="1846195" y="132730"/>
                </a:lnTo>
                <a:lnTo>
                  <a:pt x="1850545" y="103296"/>
                </a:lnTo>
                <a:lnTo>
                  <a:pt x="1849726" y="89829"/>
                </a:lnTo>
                <a:lnTo>
                  <a:pt x="1836155" y="51925"/>
                </a:lnTo>
                <a:lnTo>
                  <a:pt x="1833194" y="47760"/>
                </a:lnTo>
                <a:close/>
              </a:path>
              <a:path w="2912745" h="476250">
                <a:moveTo>
                  <a:pt x="1732069" y="0"/>
                </a:moveTo>
                <a:lnTo>
                  <a:pt x="1713624" y="890"/>
                </a:lnTo>
                <a:lnTo>
                  <a:pt x="1714604" y="890"/>
                </a:lnTo>
                <a:lnTo>
                  <a:pt x="1698840" y="3285"/>
                </a:lnTo>
                <a:lnTo>
                  <a:pt x="1655198" y="20351"/>
                </a:lnTo>
                <a:lnTo>
                  <a:pt x="1622967" y="49473"/>
                </a:lnTo>
                <a:lnTo>
                  <a:pt x="1606188" y="88764"/>
                </a:lnTo>
                <a:lnTo>
                  <a:pt x="1604744" y="103296"/>
                </a:lnTo>
                <a:lnTo>
                  <a:pt x="1604707" y="103666"/>
                </a:lnTo>
                <a:lnTo>
                  <a:pt x="1660058" y="103666"/>
                </a:lnTo>
                <a:lnTo>
                  <a:pt x="1661006" y="95278"/>
                </a:lnTo>
                <a:lnTo>
                  <a:pt x="1663112" y="87515"/>
                </a:lnTo>
                <a:lnTo>
                  <a:pt x="1689121" y="58312"/>
                </a:lnTo>
                <a:lnTo>
                  <a:pt x="1721985" y="48223"/>
                </a:lnTo>
                <a:lnTo>
                  <a:pt x="1721485" y="48223"/>
                </a:lnTo>
                <a:lnTo>
                  <a:pt x="1731328" y="47760"/>
                </a:lnTo>
                <a:lnTo>
                  <a:pt x="1833194" y="47760"/>
                </a:lnTo>
                <a:lnTo>
                  <a:pt x="1828123" y="40668"/>
                </a:lnTo>
                <a:lnTo>
                  <a:pt x="1795010" y="14254"/>
                </a:lnTo>
                <a:lnTo>
                  <a:pt x="1749678" y="890"/>
                </a:lnTo>
                <a:lnTo>
                  <a:pt x="1732069" y="0"/>
                </a:lnTo>
                <a:close/>
              </a:path>
              <a:path w="2912745" h="476250">
                <a:moveTo>
                  <a:pt x="2113600" y="5183"/>
                </a:moveTo>
                <a:lnTo>
                  <a:pt x="2047512" y="5183"/>
                </a:lnTo>
                <a:lnTo>
                  <a:pt x="1911079" y="384307"/>
                </a:lnTo>
                <a:lnTo>
                  <a:pt x="1971798" y="384307"/>
                </a:lnTo>
                <a:lnTo>
                  <a:pt x="2006521" y="283973"/>
                </a:lnTo>
                <a:lnTo>
                  <a:pt x="1981980" y="283973"/>
                </a:lnTo>
                <a:lnTo>
                  <a:pt x="1981980" y="235842"/>
                </a:lnTo>
                <a:lnTo>
                  <a:pt x="2023177" y="235842"/>
                </a:lnTo>
                <a:lnTo>
                  <a:pt x="2079168" y="74047"/>
                </a:lnTo>
                <a:lnTo>
                  <a:pt x="2138382" y="74047"/>
                </a:lnTo>
                <a:lnTo>
                  <a:pt x="2113600" y="5183"/>
                </a:lnTo>
                <a:close/>
              </a:path>
              <a:path w="2912745" h="476250">
                <a:moveTo>
                  <a:pt x="2138382" y="74047"/>
                </a:moveTo>
                <a:lnTo>
                  <a:pt x="2082130" y="74047"/>
                </a:lnTo>
                <a:lnTo>
                  <a:pt x="2189314" y="384307"/>
                </a:lnTo>
                <a:lnTo>
                  <a:pt x="2250033" y="384307"/>
                </a:lnTo>
                <a:lnTo>
                  <a:pt x="2213926" y="283973"/>
                </a:lnTo>
                <a:lnTo>
                  <a:pt x="2178947" y="283973"/>
                </a:lnTo>
                <a:lnTo>
                  <a:pt x="2178947" y="235842"/>
                </a:lnTo>
                <a:lnTo>
                  <a:pt x="2196606" y="235842"/>
                </a:lnTo>
                <a:lnTo>
                  <a:pt x="2138382" y="74047"/>
                </a:lnTo>
                <a:close/>
              </a:path>
              <a:path w="2912745" h="476250">
                <a:moveTo>
                  <a:pt x="2023177" y="235842"/>
                </a:moveTo>
                <a:lnTo>
                  <a:pt x="1981980" y="235842"/>
                </a:lnTo>
                <a:lnTo>
                  <a:pt x="1981980" y="283973"/>
                </a:lnTo>
                <a:lnTo>
                  <a:pt x="2006521" y="283973"/>
                </a:lnTo>
                <a:lnTo>
                  <a:pt x="2023177" y="235842"/>
                </a:lnTo>
                <a:close/>
              </a:path>
              <a:path w="2912745" h="476250">
                <a:moveTo>
                  <a:pt x="2138024" y="235842"/>
                </a:moveTo>
                <a:lnTo>
                  <a:pt x="2023177" y="235842"/>
                </a:lnTo>
                <a:lnTo>
                  <a:pt x="2006521" y="283973"/>
                </a:lnTo>
                <a:lnTo>
                  <a:pt x="2154652" y="283973"/>
                </a:lnTo>
                <a:lnTo>
                  <a:pt x="2138024" y="235842"/>
                </a:lnTo>
                <a:close/>
              </a:path>
              <a:path w="2912745" h="476250">
                <a:moveTo>
                  <a:pt x="2196606" y="235842"/>
                </a:moveTo>
                <a:lnTo>
                  <a:pt x="2178947" y="235842"/>
                </a:lnTo>
                <a:lnTo>
                  <a:pt x="2178947" y="283973"/>
                </a:lnTo>
                <a:lnTo>
                  <a:pt x="2213926" y="283973"/>
                </a:lnTo>
                <a:lnTo>
                  <a:pt x="2196606" y="235842"/>
                </a:lnTo>
                <a:close/>
              </a:path>
              <a:path w="2912745" h="476250">
                <a:moveTo>
                  <a:pt x="2443622" y="5183"/>
                </a:moveTo>
                <a:lnTo>
                  <a:pt x="2304782" y="5183"/>
                </a:lnTo>
                <a:lnTo>
                  <a:pt x="2304782" y="384307"/>
                </a:lnTo>
                <a:lnTo>
                  <a:pt x="2450101" y="384307"/>
                </a:lnTo>
                <a:lnTo>
                  <a:pt x="2471147" y="383474"/>
                </a:lnTo>
                <a:lnTo>
                  <a:pt x="2522483" y="370979"/>
                </a:lnTo>
                <a:lnTo>
                  <a:pt x="2556637" y="345398"/>
                </a:lnTo>
                <a:lnTo>
                  <a:pt x="2563797" y="335251"/>
                </a:lnTo>
                <a:lnTo>
                  <a:pt x="2361984" y="335251"/>
                </a:lnTo>
                <a:lnTo>
                  <a:pt x="2361984" y="213812"/>
                </a:lnTo>
                <a:lnTo>
                  <a:pt x="2552401" y="213812"/>
                </a:lnTo>
                <a:lnTo>
                  <a:pt x="2544859" y="206813"/>
                </a:lnTo>
                <a:lnTo>
                  <a:pt x="2508726" y="189562"/>
                </a:lnTo>
                <a:lnTo>
                  <a:pt x="2499343" y="188451"/>
                </a:lnTo>
                <a:lnTo>
                  <a:pt x="2499343" y="184749"/>
                </a:lnTo>
                <a:lnTo>
                  <a:pt x="2533123" y="169199"/>
                </a:lnTo>
                <a:lnTo>
                  <a:pt x="2361984" y="169199"/>
                </a:lnTo>
                <a:lnTo>
                  <a:pt x="2361984" y="53869"/>
                </a:lnTo>
                <a:lnTo>
                  <a:pt x="2549809" y="53869"/>
                </a:lnTo>
                <a:lnTo>
                  <a:pt x="2542661" y="43537"/>
                </a:lnTo>
                <a:lnTo>
                  <a:pt x="2510450" y="18511"/>
                </a:lnTo>
                <a:lnTo>
                  <a:pt x="2462932" y="6016"/>
                </a:lnTo>
                <a:lnTo>
                  <a:pt x="2443622" y="5183"/>
                </a:lnTo>
                <a:close/>
              </a:path>
              <a:path w="2912745" h="476250">
                <a:moveTo>
                  <a:pt x="2552401" y="213812"/>
                </a:moveTo>
                <a:lnTo>
                  <a:pt x="2446584" y="213812"/>
                </a:lnTo>
                <a:lnTo>
                  <a:pt x="2457668" y="214368"/>
                </a:lnTo>
                <a:lnTo>
                  <a:pt x="2467965" y="216034"/>
                </a:lnTo>
                <a:lnTo>
                  <a:pt x="2507095" y="239463"/>
                </a:lnTo>
                <a:lnTo>
                  <a:pt x="2521187" y="279530"/>
                </a:lnTo>
                <a:lnTo>
                  <a:pt x="2520076" y="290972"/>
                </a:lnTo>
                <a:lnTo>
                  <a:pt x="2493072" y="326296"/>
                </a:lnTo>
                <a:lnTo>
                  <a:pt x="2444547" y="335251"/>
                </a:lnTo>
                <a:lnTo>
                  <a:pt x="2563797" y="335251"/>
                </a:lnTo>
                <a:lnTo>
                  <a:pt x="2577162" y="296468"/>
                </a:lnTo>
                <a:lnTo>
                  <a:pt x="2578018" y="282307"/>
                </a:lnTo>
                <a:lnTo>
                  <a:pt x="2577278" y="268145"/>
                </a:lnTo>
                <a:lnTo>
                  <a:pt x="2559891" y="222698"/>
                </a:lnTo>
                <a:lnTo>
                  <a:pt x="2552750" y="214136"/>
                </a:lnTo>
                <a:lnTo>
                  <a:pt x="2552401" y="213812"/>
                </a:lnTo>
                <a:close/>
              </a:path>
              <a:path w="2912745" h="476250">
                <a:moveTo>
                  <a:pt x="2549809" y="53869"/>
                </a:moveTo>
                <a:lnTo>
                  <a:pt x="2440104" y="53869"/>
                </a:lnTo>
                <a:lnTo>
                  <a:pt x="2456036" y="54864"/>
                </a:lnTo>
                <a:lnTo>
                  <a:pt x="2469770" y="57849"/>
                </a:lnTo>
                <a:lnTo>
                  <a:pt x="2502999" y="87607"/>
                </a:lnTo>
                <a:lnTo>
                  <a:pt x="2507118" y="109220"/>
                </a:lnTo>
                <a:lnTo>
                  <a:pt x="2506665" y="116162"/>
                </a:lnTo>
                <a:lnTo>
                  <a:pt x="2506539" y="118083"/>
                </a:lnTo>
                <a:lnTo>
                  <a:pt x="2487171" y="152908"/>
                </a:lnTo>
                <a:lnTo>
                  <a:pt x="2448007" y="168736"/>
                </a:lnTo>
                <a:lnTo>
                  <a:pt x="2438623" y="169199"/>
                </a:lnTo>
                <a:lnTo>
                  <a:pt x="2533123" y="169199"/>
                </a:lnTo>
                <a:lnTo>
                  <a:pt x="2558315" y="136155"/>
                </a:lnTo>
                <a:lnTo>
                  <a:pt x="2563209" y="104777"/>
                </a:lnTo>
                <a:lnTo>
                  <a:pt x="2562387" y="91067"/>
                </a:lnTo>
                <a:lnTo>
                  <a:pt x="2559952" y="78224"/>
                </a:lnTo>
                <a:lnTo>
                  <a:pt x="2559923" y="78074"/>
                </a:lnTo>
                <a:lnTo>
                  <a:pt x="2555816" y="65798"/>
                </a:lnTo>
                <a:lnTo>
                  <a:pt x="2550065" y="54239"/>
                </a:lnTo>
                <a:lnTo>
                  <a:pt x="2549809" y="53869"/>
                </a:lnTo>
                <a:close/>
              </a:path>
              <a:path w="2912745" h="476250">
                <a:moveTo>
                  <a:pt x="2781002" y="5183"/>
                </a:moveTo>
                <a:lnTo>
                  <a:pt x="2645865" y="5183"/>
                </a:lnTo>
                <a:lnTo>
                  <a:pt x="2645865" y="384307"/>
                </a:lnTo>
                <a:lnTo>
                  <a:pt x="2703067" y="384307"/>
                </a:lnTo>
                <a:lnTo>
                  <a:pt x="2703067" y="251021"/>
                </a:lnTo>
                <a:lnTo>
                  <a:pt x="2687887" y="251021"/>
                </a:lnTo>
                <a:lnTo>
                  <a:pt x="2687887" y="202520"/>
                </a:lnTo>
                <a:lnTo>
                  <a:pt x="2703067" y="202520"/>
                </a:lnTo>
                <a:lnTo>
                  <a:pt x="2703067" y="54239"/>
                </a:lnTo>
                <a:lnTo>
                  <a:pt x="2890987" y="54239"/>
                </a:lnTo>
                <a:lnTo>
                  <a:pt x="2854309" y="21288"/>
                </a:lnTo>
                <a:lnTo>
                  <a:pt x="2802175" y="6189"/>
                </a:lnTo>
                <a:lnTo>
                  <a:pt x="2781002" y="5183"/>
                </a:lnTo>
                <a:close/>
              </a:path>
              <a:path w="2912745" h="476250">
                <a:moveTo>
                  <a:pt x="2703067" y="202520"/>
                </a:moveTo>
                <a:lnTo>
                  <a:pt x="2687887" y="202520"/>
                </a:lnTo>
                <a:lnTo>
                  <a:pt x="2687887" y="251021"/>
                </a:lnTo>
                <a:lnTo>
                  <a:pt x="2703067" y="251021"/>
                </a:lnTo>
                <a:lnTo>
                  <a:pt x="2703067" y="202520"/>
                </a:lnTo>
                <a:close/>
              </a:path>
              <a:path w="2912745" h="476250">
                <a:moveTo>
                  <a:pt x="2890987" y="54239"/>
                </a:moveTo>
                <a:lnTo>
                  <a:pt x="2774893" y="54239"/>
                </a:lnTo>
                <a:lnTo>
                  <a:pt x="2788453" y="54830"/>
                </a:lnTo>
                <a:lnTo>
                  <a:pt x="2800624" y="56600"/>
                </a:lnTo>
                <a:lnTo>
                  <a:pt x="2836029" y="74927"/>
                </a:lnTo>
                <a:lnTo>
                  <a:pt x="2854170" y="117481"/>
                </a:lnTo>
                <a:lnTo>
                  <a:pt x="2854679" y="127917"/>
                </a:lnTo>
                <a:lnTo>
                  <a:pt x="2854170" y="138365"/>
                </a:lnTo>
                <a:lnTo>
                  <a:pt x="2836075" y="181324"/>
                </a:lnTo>
                <a:lnTo>
                  <a:pt x="2800948" y="200114"/>
                </a:lnTo>
                <a:lnTo>
                  <a:pt x="2775633" y="202520"/>
                </a:lnTo>
                <a:lnTo>
                  <a:pt x="2703067" y="202520"/>
                </a:lnTo>
                <a:lnTo>
                  <a:pt x="2703067" y="251021"/>
                </a:lnTo>
                <a:lnTo>
                  <a:pt x="2780817" y="251021"/>
                </a:lnTo>
                <a:lnTo>
                  <a:pt x="2801909" y="250015"/>
                </a:lnTo>
                <a:lnTo>
                  <a:pt x="2853939" y="234916"/>
                </a:lnTo>
                <a:lnTo>
                  <a:pt x="2889482" y="204024"/>
                </a:lnTo>
                <a:lnTo>
                  <a:pt x="2908595" y="161146"/>
                </a:lnTo>
                <a:lnTo>
                  <a:pt x="2912252" y="127917"/>
                </a:lnTo>
                <a:lnTo>
                  <a:pt x="2911349" y="110955"/>
                </a:lnTo>
                <a:lnTo>
                  <a:pt x="2908642" y="94873"/>
                </a:lnTo>
                <a:lnTo>
                  <a:pt x="2904129" y="79670"/>
                </a:lnTo>
                <a:lnTo>
                  <a:pt x="2897812" y="65347"/>
                </a:lnTo>
                <a:lnTo>
                  <a:pt x="2890987" y="54239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237" y="7797121"/>
            <a:ext cx="2347805" cy="243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(hackathon presentation)</dc:title>
  <dc:creator/>
  <cp:lastModifiedBy>User</cp:lastModifiedBy>
  <cp:revision>1</cp:revision>
  <dcterms:created xsi:type="dcterms:W3CDTF">2026-03-29T03:17:28Z</dcterms:created>
  <dcterms:modified xsi:type="dcterms:W3CDTF">2026-03-29T03:17:28Z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2026-03-29T05:00:00Z</vt:filetime>
  </property>
  <property fmtid="{D5CDD505-2E9C-101B-9397-08002B2CF9AE}" pid="3" name="LastSaved">
    <vt:filetime>2026-03-29T05:00:00Z</vt:filetime>
  </property>
  <property fmtid="{D5CDD505-2E9C-101B-9397-08002B2CF9AE}" pid="4" name="ICV">
    <vt:lpwstr>E1C7ECB801D44698BA4CC00EFF8416A9_13</vt:lpwstr>
  </property>
  <property fmtid="{D5CDD505-2E9C-101B-9397-08002B2CF9AE}" pid="5" name="KSOProductBuildVer">
    <vt:lpwstr>1049-12.2.0.23196</vt:lpwstr>
  </property>
</Properties>
</file>